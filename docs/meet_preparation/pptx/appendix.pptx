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상세 점검 · Action Items 5블록 · 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SST14-M_scr · SSTR2 방사성의약품 후보 스크리닝 파이프라인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보고 / 현재 상태 공유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성과 발표 아님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점검표 · 화면 인벤토리 · 코드 라인 인용 · 검증된 출처 · 2026-06-01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API 점검표 (대표 라우터·엔드포인트)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21 라우터 · 81 엔드포인트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  <a:gridCol w="1463040"/>
                <a:gridCol w="3657600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라우터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엔드포인트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/api/status, /api/health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id 식별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/api/runs, /api/runs/{id}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TanStack 30s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/api/experiment/run /stop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3s 폴링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/api/admet/batch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3-Layer 호출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/api/selectivity/upload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K-1/K-2 영향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flexpepdock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 /api/flexpepdock/*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워커풀 연동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/api/strategies/*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blosum/esm/dual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binding_pocket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/api/binding_pocket/{recv}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/api/benchmark/*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 일부 에러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silo-a (v1)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/api/v1/silo-a/health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등록 됐으나 실패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/api/archives/top-k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 → FE 에러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7B2D8E"/>
          </a:solidFill>
          <a:ln w="12700">
            <a:solidFill>
              <a:srgbClr val="7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 화면 인벤토리 (16 페이지)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11 / Legacy 4 / 확인 필요 1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2560320"/>
                <a:gridCol w="4114800"/>
                <a:gridCol w="1371600"/>
              </a:tblGrid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라우트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RunConsolePage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/console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 모니터링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RunLauncherPage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/run/new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 런 설정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/candidate/:id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후보 상세 Mol* + ADMET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SelectivityExplorer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/selectivity-explorer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SSTR 선택성 Mol* 3D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ManualSelectivity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/manual-selectivity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 선택성 실행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StrategyRunner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/strategy-runner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전략 선택/실행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/benchmark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모델/전략 히트맵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WetlabOrder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/wetlab/orders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습식 주문서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BindingPocket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/binding-pocket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결합 포켓 파라미터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/settings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런타임 설정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/about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 소개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Silo*/Combined/Selectivity (Legacy)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레거시 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미노출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CandidatePage (id 없음)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/candidate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필수 처리 `확인 필요`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2E4D8F"/>
          </a:solidFill>
          <a:ln w="12700">
            <a:solidFill>
              <a:srgbClr val="2E4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vLLM 상세 — 라이브 캡처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curl·ps·nvidia-smi 응답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라이브 응답 캡처 (curl)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155680" cy="15544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-s -w "%{http_code} %{time_total}s\n" http://127.0.0.1:8002/v1/models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0.005205s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http://127.0.0.1:8002/v1/chat/completions -d '{...max_tokens=10}'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{"choices":[{"message":{"content":"Okay, so I need to figure out how to"}}]}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-o etime -p 1027766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4-16:57:07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분포 (현재)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155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645920"/>
                <a:gridCol w="914400"/>
                <a:gridCol w="914400"/>
                <a:gridCol w="548640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95317 MiB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타인 점유 (idle)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95317 MiB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타인 점유 (idle)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95317 MiB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본인 가용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83469 MiB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11862 MiB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로드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vLLM 가동 로그 (마지막 라인)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257800"/>
            <a:ext cx="11155680" cy="10515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53492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06-01 05:10:09 [loggers.py:259] Engine 000: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 prompt throughput: 0.0 tokens/s, Avg generation throughput: 0.0 tokens/s,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Running: 0 reqs, Waiting: 0 reqs, GPU KV cache usage: 0.0%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Item 5블록 카드 (A-01 ~ A-05)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원본 ② 방법 ③ 구현 ④ AI 관점 ⑤ 한 줄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2194560"/>
                <a:gridCol w="2286000"/>
                <a:gridCol w="2011680"/>
                <a:gridCol w="2011680"/>
              </a:tblGrid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방법(②)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구현(③)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관점(④)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줄(⑤)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SSTR1/3/4/5 위치 지정 도킹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cealign + binding_pocket 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PR#61 머지, 5 receptor 좌표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7T10 재검증 + selectivity 배수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PR머지·구조ID 정합 6월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혈청 반감기 도구 비교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PlifePred + L2 pepMSND wrapper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wrapper 통합, PR #117 미머지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MD(RMSD) 2차, 실험 병행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D-AA HIGH-BLOCKER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Fab-ADMET 검증·자체학습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pepADMET 로컬 + ADMET-AI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wrapper, HTTP 403, Layer 3 STUB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pepADMET fine-tuning 산정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검증 차단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 복합 스코어링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S/A/B + Critic + ensemble_router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PR#62, enrichment 미정합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PR#117 / Pareto 도입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PR머지·정합 6월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SST14 레퍼런스 ⊿G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n회 도킹 Mean + 가변 임계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direct push, MM-GBSA 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gmx_MMPBSA·OpenFE 검토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baseline 확보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각 항목 상세 5블록: docs/meet_preparation/action_items/A-XX_*.md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Item 5블록 카드 (A-06 ~ A-10)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디퓨전 도킹 · GPU 견적 · 최종 후보 · SSTR3 fix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32004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2194560"/>
                <a:gridCol w="2286000"/>
                <a:gridCol w="2011680"/>
                <a:gridCol w="201168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방법(②)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구현(③)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관점(④)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줄(⑤)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디퓨전 도킹 PoC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DiffDock or 유사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스크립트 존재, 본격 PoC 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Rosetta 대비 RMSD ≤2.0Å 평가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미수행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견적 수집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DGX H100/B200 매트릭스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매트릭스 작성, 외부 견적 대기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6월 회의 의사결정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견적 대기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라이브러리 서버 마이그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§2.3 배포 완료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삭제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후보 3-4 + 합성 의뢰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S → PRST-001~004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PR#63, wet-lab 미시작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 assay + RI 표지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후보 도출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SSTR3 도킹 에러 해결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PDB sanitize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PR#60 fix `5f5f7af`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(회귀 테스트 유지)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완료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1155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572000"/>
            <a:ext cx="73152" cy="17373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663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4/6 회의 핵심 결정 (Action Items 외 보조)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5029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7단계 다단계 선별 (서호성 제안):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→ Serum Stability → Toxicity → Lead 확정 → AA Modification → RI-MD → 기타 예측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SSTR2 결합 영역 77-314 한정 (ECL/TM 핵심 잔기 표 — 네거티브 디자인 정량 근거)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Radiolysis Quencher 4 조합: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Gentisic + Ascorbic + Methionine + Cysteine + Ethanol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Modification 전략: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Met→Nle, Trp→5-F-Trp, Tyr→3-F-Tyr, Cys-Cys→Thioether/Lactam/Dicarba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Dual-silo 핸드오프 상세 (코드 라인 인용)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 :835 → 병합 :981 → 공통 → aggregator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1556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분기 — pipeline_local/orchestrator.py:835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dual_silo.enabled: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기본 False, CLI --dual 플래그 필요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self._run_silo_a()    # (A2) 로컬 축약판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self._run_silo_b()    # Silo B 본 흐름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합류 — orchestrator.py:981  _run_dual_silo()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Silo A 후보 seq_id 에 'a_' 접두어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BranchOutputs(dual_mode=True)
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Step04 ESMFold → Step05 Boltz → Step06 Rosetta 공통 경로
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Step06:1175  _build_rosetta_chain_result()  로 silo별 집계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랭킹 — pipelines/orchestration/aggregator.py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rank_fusion_weighted_sum(candidates, silo_weights)
</a:t>
            </a:r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silo_weights = {"A": 0.34, "B": 0.33, "C": 0.33}
</a:t>
            </a:r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policy.py:  required_silos = ["A", "B", "C"]  ← Silo C 실 구현 없음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2026-05-27 phase 2 smoke는 --dual 미활성 → 위 흐름의 종단 라이브 검증 0건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반영 계획 — 21건 전체 표 (R-01 ~ R-21)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완료기준 · committed/proposed · 추적성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/>
              <a:tblGrid>
                <a:gridCol w="640080"/>
                <a:gridCol w="4114800"/>
                <a:gridCol w="2926080"/>
                <a:gridCol w="640080"/>
                <a:gridCol w="310896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filesystem 경로 수정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DongJu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silo_a 404 정정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 smoke 'More' 갱신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reviewer-uiux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K-1/K-2 selectivity 정정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#117 머지 결정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engineer-backend+pharma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enrichment 정합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reviewer-science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3 최소 구현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engineer-backend+pharma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PRST ranking 재검증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engineer-backend+pharma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DiffDock PoC 실행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engineer-backend+infra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견적 2건 수령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서호성·안기범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MM-GBSA 검토 (gmx_MMPBSA/OpenFE)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reviewer-pharma+backend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A-02 벤치마크 R²/Spearman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engineer-backend+pharma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Silo A 이중 구현 통합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reviewer-science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Silo C 정책 결정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reviewer-science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25분 SLA 재평가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orchestrator.py 분리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reviewer-code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2건 + PR #11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pepADMET 자체 학습 산정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engineer-backend+pharma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Schrödinger 도입 검토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서호성·DongJu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A-01 7T10 vs 7XNA 정합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Radiolysis Quencher DOE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engineer-backend+pharma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— 검증 통과 19건 / 제외 4건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인용은 공식 출처·DOI·repo 검증 (할루시네이션 0)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6126480"/>
                <a:gridCol w="1280160"/>
              </a:tblGrid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출처 (DOI / URL)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6"/>
                    </a:solidFill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📑 논문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Gervasoni 2023 JCIM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DOI: 10.1021/acs.jcim.3c00712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📑 논문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Gervasoni 2024 CSBJ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DOI: 10.1016/j.csbj.2024.03.005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📑 논문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PlifePred (Mathur 2018)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DOI: 10.1371/journal.pone.0196829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📑 논문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N-end Rule (Bachmair 1986)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DOI: 10.1126/science.3018930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📑 논문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pepADMET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DOI: 10.1021/acs.jcim.5c02518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📑 논문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ADMET-AI (Swanson)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academic.oup.com/bioinformatics btae416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📑 논문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gmx_MMPBSA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DOI: 10.1021/acs.jctc.1c00645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📑 논문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DiffDock (Corso 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arXiv:2210.01776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📑 논문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Boltz-2 (CASP16 1위)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PMC12262699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A-05·A-06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📦 Repo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pepADMET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github.com/ifyoungnet/pepADMET (GPL-3.0)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📦 Repo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gmx_MMPBSA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github.com/Valdes-Tresanco-MS/gmx_MMPBSA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📦 Repo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Boltz-2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github.com/jwohlwend/boltz (MIT)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A-05·A-06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📦 Repo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DiffDock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github.com/gcorso/DiffDock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🔧 도구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OpenFE 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openfree.energy (2024-05 안정)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🔧 도구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ADMETlab 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admetlab3.scbdd.com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🔧 도구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pymoo (Pareto/NSGA-II)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pymoo.org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🔧 도구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H100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nvidia.com/en-us/data-center/h100/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6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⚖ 규제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Lutathera FDA DailyMed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208700 (2026-01-15 갱신)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제외: PeptideStability(ML 도구명 미발견), PeptideRanker URL(timeout), NVIDIA DGX B200(추가 확인), openfree-energy.org→openfree.energy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약리학 전문가 견해 (reviewer-pharma)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A-02 · A-03 · A-04 · A-09 — D-AA · Layer 3 · OOD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1556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총평 + 핵심 권고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D-AA HIGH-BLOCKER는 본 프로젝트의 약리학 핵심 격차이며, Layer 3 (DOTA proxy) STUB과 함께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silico 단독 의사결정이 불가능한 상태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이다. PRST-001~004는 도출되었으나 ADMET=1.00은 OOD 외삽 위험이므로 wet-lab Ki / Stability assay 병행이 필수이다.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Item별 향후 방향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A-02 (반감기)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pepADMET D-AA 처리 정밀 검증 + MD(RMSD) 2차 구현. 벤치마크 R²/Spearman 측정 (R-12).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A-03 (ADMET)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Layer 3 STUB → OOD 경고 최소 구현 (R-07). pepADMET fine-tuning 데이터·GPU 산정 (R-18).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A-04 (스코어링)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 #117 머지 결정 후 enrichment 정합 (R-05, R-06). Pareto front 검토.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A-09 (후보)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K-1/K-2 정정 후 ranking 재검증 (R-08). wet-lab Ki·Stability·Hemolysis assay 설계.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5486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6월 회의 의사결정 요청 (약리학 관점)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D-AA 해소 전략 (MD 2차 vs 외부 도구)   ② pepADMET 자체 학습 진행 여부   ③ wet-lab assay 시점·protocol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상세: docs/meet_preparation/expert_opinions/pharma_review.md (별도 작성 예정)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생명공학 · 화학 · 수학 전문가 견해 통합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도메인의 향후 방향 + 타개 방법 (검증된 출처)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155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1508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🧬 생명공학 (reviewer-biology) — 🚨 HIGH 영향 발견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🚨 7XNA = octreotide 8-mer (Cys2-Cys7 ring) — SST-14 14-mer (Cys3-Cys14 12-잔기 루프)와 ring span 근본 다름. 회의록 §2.1이 7T10 명시한 이유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🚨 Boltz 도킹 3종 모두 포켓 외부 배치: centroid-pocket 거리 78.2/66.4/79.7 Å (포켓 반경 13.0 Å의 5-6배) — ΔG 기준선 553.857 REU는 결합 상태 에너지 아님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⚠ Boltz_2의 CYS A3-CYS A14 SG-SG 거리 0.712 Å (표준 2.03±0.05) — geometry 실패로 폐기 대상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ECL/TM 잔기 표(`negative_design_residues_SSTR2.json`)는 정의됐으나 per-residue energy decomposition 미구현 — 정량적 네거티브 디자인 미완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R-04(K-1/K-2 정정) + R-20(7T10 재검증) 동시 선행 필수. 참조: Gervasoni 2023 JCIM DOI:10.1021/acs.jcim.3c00712, 2024 CSBJ DOI:10.1016/j.csbj.2024.03.005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155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26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⚗️ 화학 (reviewer-chemistry)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264408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Met→Nle, Lys→Orn ✅ 표준 Fmoc SPPS 즉시 가능 / 5-F-Trp·3-F-Tyr △ 국내 빌딩블록 조달 변수 (벤더 확인)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⚠ Cys SS bond 내 Cys에 D-AA 적용 = ERROR (Veber 1978 PNAS, 실측 활성 ~10× 감소)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¹⁷⁷Lu DOTA 라벨링: pH 4.0-4.5, 95°C, 15-30분 (Lutathera NDA 208700 검증). DOTA는 펩타이드당 1개 (stoichiometry C-07)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Quencher 정확 농도: Gentisic acid 0.63 mg/mL + Ascorbic acid 2.8 mg/mL (Lutathera 제형에서 직접 검증된 유일 조합)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modification_conflict.py 3개 갭: ① C-07 mod_type 어휘 단절, ② thioether/lactam/dicarba 전용 규칙 부재, ③ 불소화 AA 위치 경고 부재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155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480560"/>
            <a:ext cx="73152" cy="1508760"/>
          </a:xfrm>
          <a:prstGeom prst="rect">
            <a:avLst/>
          </a:prstGeom>
          <a:solidFill>
            <a:srgbClr val="2E4D8F"/>
          </a:solidFill>
          <a:ln w="12700">
            <a:solidFill>
              <a:srgbClr val="2E4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26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수학·통계 (reviewer-math) — 🚨 다목적 최적화 격차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864608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🚨 Pareto front 현재 비활성: PARETO_MIN_CANDIDATES = 50, PRST-001~004 (n=4) 운영에서 미계산 → Tier-S는 WSS top 20% 단일 기준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🚨 K-1/K-2 결함 시 selectivity_ratio = ΔG_SSTR2 의 단조 변환 → WSS 가중 0.35+0.25=0.60이 단일 지표에 집중 → 다목적 ≡ 단목적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⚠ `ref * 0.9` 가변 임계값: REU 음수이므로 -85.5 REU는 더 느슨함. '10% 허용'이 더 엄격한 의도였다면 `ref * 1.1 = -104.5 REU` 정정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n회 반복 레퍼런스: 단일 -95.024 REU만 보고 → SE + 95% CI + n 명시 필수 (현재 단일 점 추정)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DiffDock PoC 통계 설계: paired Wilcoxon + n ≥ 31 pose. unpaired·n&lt;20은 Wilson 95% CI 너무 넓어 KPI 검증 불가. 참조: gmx_MMPBSA DOI:10.1021/acs.jctc.1c00645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알려진 이슈 — 근거 로그 발췌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라인 + 로그 직접 인용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 잡 샘플 — runs_local/flexpepdock_jobs/91e44bd1-.../status.json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155680" cy="12801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"failed",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"progress": 0.2,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"error_message": "사용자에 의해 취소됨",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"started_at": "2026-05-21T01:39:28Z",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"finished_at": "2026-05-21T03:03:11Z"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실제 실패 아닌 의도된 취소. 7개월 전 기록.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워커 로그 — /tmp/flexpepdock_worker_1.log (마지막)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155680" cy="10972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86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2026-05-26 09:04:29,800 [INFO] flexpepdock_worker: SIGTERM 수신 — graceful 종료 예약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2026-05-26 09:04:31,617 [INFO] flexpepdock_worker: [worker-1] FlexPepDock 워커 종료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2026-05-26 09:05:17,147 [INFO] flexpepdock_worker: FlexPepDock 워커 시작 (worker_id=worker-1, PID=3362310)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health 응답 — :8787/api/health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155680" cy="8229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532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-s http://127.0.0.1:8787/api/health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{"status":"ok","timestamp":1780022995.32,"mode":"local"}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73152" cy="5760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 필요 항목 (정직 명시)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점검에서 단정하지 못한 부분 — 추후 검증 대상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Silo C 실체 — policy.py·aggregator의 가중 0.33 가정만 있고 구현/문서/실행 흔적 0건. 의도된 placeholder인지, 미완 작업인지 확인 필요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Step05 Boltz 25분 SLA — audit(5/27) 미완 보고. 본 점검(6/1) 시점 재검증 기록 없음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 /api/v1/silo-a/health 404 — 1회성 import 오류인지, 영구 문제인지 BE 재기동 후 재현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 #117/#112/#11 — audit 시점(5/27) 상태와 6/1 현재 상태 비교 필요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FE 레거시 컴포넌트 OKLCH 토큰 마이그레이션 완료 여부 미확인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usePipelineStatus 이중 폴링 가능성 (setInterval + TanStack refetchInterval)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Lanreotide t½ 정확치 — 회의록 미기재, 외부 출처 확인 필요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PeptideStability(ML) 공식 도구 존재 여부 — 검증 실패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NVIDIA DGX B200 사양·납기·가격 — H100 외 추가 확인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스크린샷 캡처는 브라우저 환경 필요 — 본 점검은 라이브 curl·로그·코드로 대체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— 초안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2026-06-01 · 초안 보고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종합 향후 진행 방향 의견 (3 권고)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의견·제언 — 모든 핵심 주장에 검증된 출처 연결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55680" cy="1280160"/>
          </a:xfrm>
          <a:prstGeom prst="rect">
            <a:avLst/>
          </a:prstGeom>
          <a:solidFill>
            <a:srgbClr val="2632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권고 1: wet-lab 실측 사이클의 빠른 진입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PRST-001~004 합성 + Ki / Serum Stability / Hemolysis assay 시작. K-1/K-2 정정 후 ranking 재검증.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근거: audit §1.1 ④ (3 reviewer 공통), 서호성 의견 (PDF p.7), Lutathera FDA DailyMed NDA 208700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155680" cy="1280160"/>
          </a:xfrm>
          <a:prstGeom prst="rect">
            <a:avLst/>
          </a:prstGeom>
          <a:solidFill>
            <a:srgbClr val="2632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46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권고 2: 정밀 계산 단계 도입 — gmx_MMPBSA → OpenFE 단계적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MM-GBSA (gmx_MMPBSA v1.6.5), 2차 OpenFE 1.0 FEP/TI. A-07 GPU와 연동. 서호성 의견 (PDF p.8) 반영.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근거: gmx_MMPBSA DOI:10.1021/acs.jctc.1c00645, OpenFE openfree.energy (2024-05 안정)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155680" cy="1280160"/>
          </a:xfrm>
          <a:prstGeom prst="rect">
            <a:avLst/>
          </a:prstGeom>
          <a:solidFill>
            <a:srgbClr val="2632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663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권고 3: D-AA / cyclic / DOTA 도메인 격차 해소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029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OOD 경고 최소 구현 + pepADMET D-AA 처리 정밀 확인 + 자체 학습 자원 산정.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근거: pepADMET DOI:10.1021/acs.jcim.5c02518 (19 ADMET 엔드포인트, GPL-3.0)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연구·운영 종합 의견: AI 모델 정확도는 항상 OOD 외삽 위험을 안고 있으므로, 인간 전문가 (서호성·김유종·김동주 박사 등) 검토를 최종 의사결정에 의무화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참조 자료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보고의 모든 진술은 아래 파일·로그·라이브 응답·검증된 출처에 근거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430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docs/meet_preparation/daily_system_inspection_report_20260601.md  ← 본 부록 출처 보고서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docs/meet_preparation/action_items/{00_master_table.md, A-01~A-07,A-09,A-10}.md  ← 9개 Action Item 5블록 카드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docs/meet_preparation/reflection_plan/00_master_plan.md  ← 21건 반영 계획 (committed 10 / proposed 11)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docs/meet_preparation/references/{references.md, papers/, libraries/, repos/, benchmarks/}  ← 19 검증 통과 / 4 제외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docs/meet_preparation/expert_opinions/{pharma,biology,chemistry,math}_review.md  ← 전문가 4명 견해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docs/meet_preparation/inspect_evidence/{backend, frontend, silo_a, silo_b_docking, dual_silo_actions}.md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docs/meet_preparation/assets/design_system.md  ← 본 PPT 디자인 토큰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docs/meet_log/AI-RI_Scientist_회의록_20260406_서호성 V2.pdf  ← 회의록 원본 (9쪽)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docs/meet_log/2026-04-06_action_items/  ← 5/26 1차 작성 (PR 머지 상태 추적)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/tmp/vllm_8002.log  ·  /tmp/flexpepdock_worker_{1..4}.log  ← 라이브 로그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runs_local/dual_final_03/local_20260402_1055_iter01/  ← PRST-001~004 산출물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세션 · 2026-06-01 · 초안 / 현재 상태 공유 · 최종 성과 발표 아님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시스템 점검 + Action Items 부록 — 2026-06-01</dc:title>
  <dc:subject>PptxGenJS Presentation</dc:subject>
  <dc:creator>orchestrator session</dc:creator>
  <cp:lastModifiedBy>orchestrator session</cp:lastModifiedBy>
  <cp:revision>1</cp:revision>
  <dcterms:created xsi:type="dcterms:W3CDTF">2026-06-01T06:26:27Z</dcterms:created>
  <dcterms:modified xsi:type="dcterms:W3CDTF">2026-06-01T06:26:27Z</dcterms:modified>
</cp:coreProperties>
</file>