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충족</c:v>
                  </c:pt>
                  <c:pt idx="1">
                    <c:v>부분</c:v>
                  </c:pt>
                  <c:pt idx="2">
                    <c:v>미달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2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D6891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충족</c:v>
                  </c:pt>
                  <c:pt idx="1">
                    <c:v>부분</c:v>
                  </c:pt>
                  <c:pt idx="2">
                    <c:v>미달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committed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P0 즉시</c:v>
                  </c:pt>
                  <c:pt idx="1">
                    <c:v>P0 차주</c:v>
                  </c:pt>
                  <c:pt idx="2">
                    <c:v>P1 4주</c:v>
                  </c:pt>
                  <c:pt idx="3">
                    <c:v>P2 검토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proposed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P0 즉시</c:v>
                  </c:pt>
                  <c:pt idx="1">
                    <c:v>P0 차주</c:v>
                  </c:pt>
                  <c:pt idx="2">
                    <c:v>P1 4주</c:v>
                  </c:pt>
                  <c:pt idx="3">
                    <c:v>P2 검토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4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0"/>
            <a:ext cx="54864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점검 + Action Items 분석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그리고 종합 향후 의견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SST14-M_scr · SSTR2 방사성의약품 후보 스크리닝 파이프라인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초안 보고 / 현재 상태 공유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00" i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성과 발표 아님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KAERI-AIRL-MOM-2026-003 (2026-04-06) Action Items 9건 + 본 점검 신규 발견 통합 · 2026-06-01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보고의 목적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회의록 ↔ 현재 코드 정합 · 격차 식별 · 6월 회의 안건 정리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 회의 Action Items 9건 정합 평가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요청 ↔ 현재 대응의 5블록 비교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 라이브 시연 가능 여부 판정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697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가동 ≠ 파이프라인 완주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3291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점검 신규 발견 3건 노출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657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K-1/K-2 selectivity · Silo C 격차 · Dual 종단 0건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4251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6월 회의 의사결정 안건 정리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6건 · P1 8건 · P2 3건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3035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8016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박사 청자에 과장·은폐 없이 전달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정직한 framework — 한계 노출 정신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발표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시스템 한 장 요약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라우터 · 16 페이지 · 4d 16h vLLM · 워커 4 idle · Dual 종단 검증 0건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0972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91440" cy="731520"/>
          </a:xfrm>
          <a:prstGeom prst="rect">
            <a:avLst/>
          </a:prstGeom>
          <a:solidFill>
            <a:srgbClr val="7B2D8E"/>
          </a:solidFill>
          <a:ln w="12700">
            <a:solidFill>
              <a:srgbClr val="7B2D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258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React 19 + Vite :5173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페이지 lazy-load · TanStack Query + Zustand · HTTP 200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10972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94560"/>
            <a:ext cx="91440" cy="7315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2402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FastAPI :8787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514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라우터 / 81 엔드포인트 · /api/health 200 · silo_a 라우터만 라이브 404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08960"/>
            <a:ext cx="91440" cy="1371600"/>
          </a:xfrm>
          <a:prstGeom prst="rect">
            <a:avLst/>
          </a:prstGeom>
          <a:solidFill>
            <a:srgbClr val="2E4D8F"/>
          </a:solidFill>
          <a:ln w="12700">
            <a:solidFill>
              <a:srgbClr val="2E4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 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4747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:8002 deepseek-r1-distill-32b · GPU 3 83GB · uptime 4d 16h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5+1 Agent: planner/builder/critic/qc_ranker/reporter/diversity_manager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310896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108960"/>
            <a:ext cx="91440" cy="13716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A — 3-Arm NIM  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34747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Arm1 MolMIM→DiffDock · Arm2 FlexPepDock · Arm3 RFdiffusion→ProteinMPNN→ESMFold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 실행 0건 (NIM 키 부재) + 로컬 1-Arm 축약판 공존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572000"/>
            <a:ext cx="91440" cy="1371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617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B — PyRosetta mutation+dock  🟡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9377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step01~08 + Gate 4종 · FlexPepDock 워커 4 idle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Ensemble (L1 PlifePred · L2 pepMSND R²=0.022 · ★L3 STUB)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457200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4572000"/>
            <a:ext cx="91440" cy="137160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4617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Dual-silo Orchestration  🔴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49377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aggregator.rank_fusion   A:0.34 / B:0.33 / C:0.33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--dual 기본 False · 종단 검증 기록 0건 · Silo C 구현 없음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6263640"/>
            <a:ext cx="137160" cy="1371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6217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737360" y="6263640"/>
            <a:ext cx="137160" cy="137160"/>
          </a:xfrm>
          <a:prstGeom prst="rect">
            <a:avLst/>
          </a:prstGeom>
          <a:solidFill>
            <a:srgbClr val="7B2D8E"/>
          </a:solidFill>
          <a:ln w="12700">
            <a:solidFill>
              <a:srgbClr val="7B2D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20240" y="6217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926080" y="6263640"/>
            <a:ext cx="137160" cy="137160"/>
          </a:xfrm>
          <a:prstGeom prst="rect">
            <a:avLst/>
          </a:prstGeom>
          <a:solidFill>
            <a:srgbClr val="2E4D8F"/>
          </a:solidFill>
          <a:ln w="12700">
            <a:solidFill>
              <a:srgbClr val="2E4D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0" y="6217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0" y="6263640"/>
            <a:ext cx="137160" cy="137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0" y="6217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303520" y="6263640"/>
            <a:ext cx="137160" cy="137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6217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92240" y="6263640"/>
            <a:ext cx="137160" cy="1371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6217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B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680960" y="6263640"/>
            <a:ext cx="137160" cy="13716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63840" y="6217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발표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사용자 / 연구자 워크플로 (검증된 흐름)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디자인 → 평가 → 검토 → wet-lab 주문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시작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/run/new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RunLauncherPage — config + 전략 선택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모니터링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/console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697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RunConsolePage — 2s 폴링 (usePipelineStatus)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검토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/candidate/:id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0160" y="3657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Mol* 3D · Sequence · ADMET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선택성 비교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/selectivity-explorer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8016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SSTR1/3/4/5 ⊿G 매트릭스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3035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5212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Wet-lab 주문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5212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/wetlab/orders/:id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8016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WetlabOrderPage — in-vitro 의뢰서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08076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라이브: curl :5173/ → 200, curl :8787/api/health → {"status":"ok","mode":"local"}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발표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· Frontend 상태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라우터 81 엔드포인트 / 16 페이지 lazy-load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73152" cy="45720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(FastAPI :8787)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1965960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라우터 81 엔드포인트, /api/health 200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전역 예외 핸들러 3종 등록 완료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2697480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651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0.135.1 · uvicorn 0.41.0 · pydantic 2.12.5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063240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/api/v1/silo-a/health 라이브 404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429000"/>
            <a:ext cx="164592" cy="164592"/>
          </a:xfrm>
          <a:prstGeom prst="ellipse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기반 JSON 상태 관리 (단일 인스턴스)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794760"/>
            <a:ext cx="164592" cy="164592"/>
          </a:xfrm>
          <a:prstGeom prst="ellipse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FlexPep 잡 큐 18개 history, 1건 사용자 취소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206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엔드포인트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4805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/api/health · /api/status · /api/runs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/api/experiment/run · /api/flexpepdock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/api/validate/selected · /api/admet/batch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371600"/>
            <a:ext cx="73152" cy="4572000"/>
          </a:xfrm>
          <a:prstGeom prst="rect">
            <a:avLst/>
          </a:prstGeom>
          <a:solidFill>
            <a:srgbClr val="7B2D8E"/>
          </a:solidFill>
          <a:ln w="12700">
            <a:solidFill>
              <a:srgbClr val="7B2D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(Vite :5173)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46520" y="1965960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페이지 lazy-load, HTTP 200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46520" y="2331720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v5 + Zustand v5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46520" y="2697480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2651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hook이 /api/* 와 1:1 매핑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46520" y="3063240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OKLCH 디자인 토큰 마이그레이션 완료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46520" y="3429000"/>
            <a:ext cx="164592" cy="164592"/>
          </a:xfrm>
          <a:prstGeom prst="ellipse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스모크 1/2 FAIL: 'More' 버튼 (테스트-구현 불일치)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46520" y="3794760"/>
            <a:ext cx="164592" cy="164592"/>
          </a:xfrm>
          <a:prstGeom prst="ellipse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레거시 페이지 4건 미노출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6520" y="4206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페이지 11개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46520" y="44805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RunConsole · RunLauncher · CandidatePage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ManualSelectivity · StrategyRunner · Benchmark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WetlabOrder · BindingPocket · Settings · About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발표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· vLLM · MCP / Tools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4d 16h 무중단 / MCP 설정 오류 발견 (5분 수정 가능)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57600" cy="2468880"/>
          </a:xfrm>
          <a:prstGeom prst="rect">
            <a:avLst/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4d 16h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uptime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deepseek-r1-distill-32b · GPU 3 · 83 GB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/v1/models 200 · 5ms · 1.0 tok/s gen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5+1 Agent 모듈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19202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planner.py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qc_ranker.py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reporter.py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diversity_manager.py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34747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서버 (3종)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66760" y="2331720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66760" y="2697480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2651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(경로 오류)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6676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/home/helloworld/.../PRST_N_FM 미존재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36676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5분 수정 가능 (본 점검 신규 발견)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11155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114800"/>
            <a:ext cx="73152" cy="1737360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2062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Phase 2 smoke (2026-05-27) 시점 기록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4617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yaml의 vLLM </a:t>
            </a:r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http://localhost:8002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Planner 단계에서 </a:t>
            </a:r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refused (errno 111)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발생 → 규칙 기반 폴백 (파이프라인 계속 진행)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51663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vLLM은 정상 가동 — smoke 재실행으로 종단 LLM 호출 검증 필요 (P1)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발표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Docking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Boltz-2 primary · DiffPepBuilder 비활성 · FlexPepDock 워커 4 idle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55680" cy="2286000"/>
        </p:xfrm>
        <a:graphic>
          <a:graphicData uri="http://schemas.openxmlformats.org/drawingml/2006/table">
            <a:tbl>
              <a:tblPr/>
              <a:tblGrid>
                <a:gridCol w="2468880"/>
                <a:gridCol w="2194560"/>
                <a:gridCol w="1828800"/>
                <a:gridCol w="1371600"/>
                <a:gridCol w="3291840"/>
              </a:tblGrid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엔진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 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conda env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Boltz-2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step05 / 05c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boltz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가용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· MSA 우회 · CASP16 affinity 1위 (MIT)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DiffDock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boltz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보조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arXiv:2210.01776 — A-06 PoC 대상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DiffPepBuilder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diffpepbuilder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비활성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step05_docking.py:144 주석 처리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PyRosetta FlexPepDock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bio-tools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가용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워커 4 idle · ddG ≤ -1.0 REU 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FoldMason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bio-tools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가용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840480"/>
            <a:ext cx="11155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3840480"/>
            <a:ext cx="73152" cy="2194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FlexPepDock 워커 풀 (현재 상태)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371600" y="4434840"/>
            <a:ext cx="640080" cy="6400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88720" y="5120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worker-1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43200" y="4434840"/>
            <a:ext cx="640080" cy="6400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560320" y="5120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worker-2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114800" y="4434840"/>
            <a:ext cx="640080" cy="6400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931920" y="5120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worker-3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0" y="4434840"/>
            <a:ext cx="640080" cy="6400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303520" y="5120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worker-4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949440" y="4617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5d 20h · idle · 큐 비어있음 (18 잡 history, 1건 사용자 취소)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949440" y="4983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로그: /tmp/flexpepdock_worker_{1..4}.log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PID: 3362210 / 3362349 / 3362433 / 3362573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발표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Silo A — ⚠ 이중 구현 발견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3-Arm 완전판 (실 실행 0건) vs 로컬 1-Arm 축약판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73152" cy="4572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(A1) pipelines/silo_a/  ─  3-Arm NIM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코드: 완비 (arms.py L24/L100/L200)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240280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194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Arm1 MolMIM → DiffDock (소분자)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606040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560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Arm2 FlexPepDock (펩타이드 변이체)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971800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926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Arm3 RFdiffusion → ProteinMPNN → ESMFold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337560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UnifiedScorer · 9 PASS 테스트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703320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657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 실행 0건 — NIM API 키 부재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4069080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outputs/silo_a/ 미존재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434840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/api/v1/silo-a/run 은 Phase 1 STUB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937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NIM 대체 어댑터 결정 필요 (6월 회의)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5303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diversity 가중치 0.10 사문화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371600"/>
            <a:ext cx="73152" cy="4572000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(A2) pipeline_local/_run_silo_a()  ─  로컬 축약판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46520" y="1828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코드: 분리 구현 (NIM 의존 없음)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46520" y="2240280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2194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RFdiffusion 호출 (de novo)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46520" y="2606040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2560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ProteinMPNN 호출 (sequence)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46520" y="2971800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2926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Arm1 (소분자) 부재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46520" y="3337560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Arm2 (FlexPepDock) 부재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46520" y="3703320"/>
            <a:ext cx="164592" cy="164592"/>
          </a:xfrm>
          <a:prstGeom prst="ellipse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3657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"3-Arm" 아니라 사실상 "1-Arm de novo"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46520" y="4069080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실행 검증됨 (2026-05-27)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46520" y="4434840"/>
            <a:ext cx="164592" cy="164592"/>
          </a:xfrm>
          <a:prstGeom prst="ellipse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전용 단위 테스트 없음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46520" y="4937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구현의 통합 또는 명확한 역할 분리가 필요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46520" y="5303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(narrative "3-Arm" 서술 정정 검토)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발표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Silo B — PyRosetta mutation+dock 8-Step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완비 · 워커 4 idle · Layer 3 STUB · Boltz 25분 SLA 미완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88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11887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01368" y="1463040"/>
            <a:ext cx="1188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01368" y="1463040"/>
            <a:ext cx="11887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1368" y="15544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54096" y="1463040"/>
            <a:ext cx="1188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54096" y="1463040"/>
            <a:ext cx="11887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54096" y="15544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06824" y="1463040"/>
            <a:ext cx="1188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6824" y="1463040"/>
            <a:ext cx="11887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6824" y="15544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59552" y="1463040"/>
            <a:ext cx="1188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59552" y="1463040"/>
            <a:ext cx="11887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9552" y="15544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1463040"/>
            <a:ext cx="1188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1463040"/>
            <a:ext cx="1188720" cy="7315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5544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65008" y="1463040"/>
            <a:ext cx="1188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65008" y="1463040"/>
            <a:ext cx="11887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65008" y="15544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rosetta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317736" y="1463040"/>
            <a:ext cx="1188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17736" y="1463040"/>
            <a:ext cx="11887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17736" y="15544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570464" y="1463040"/>
            <a:ext cx="1188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70464" y="1463040"/>
            <a:ext cx="118872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70464" y="15544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24231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pLDDT  ·  Gate 2 QC  ·  Gate 3 ⊿G  ·  Gate 4 ddG ≤ -1.0 REU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2834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Step08 → 3-Layer Ensemble 스코어링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155680" cy="173736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200400"/>
                <a:gridCol w="3383280"/>
              </a:tblGrid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도메인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PlifePred + HLE 회귀 + pepADMET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L-AA 펩타이드 혈청 반감기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가동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로컬 PEPlife2-GAT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D-AA / cyclic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R²=0.022 (재학습 후, seed 의존)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ADMET-AI MD proxy (★STUB)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DOTA 라벨링 후보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미구현 layer3_dota_admet_ai_md_proxy_stub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548640" y="5120640"/>
            <a:ext cx="11155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48640" y="5120640"/>
            <a:ext cx="73152" cy="914400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7724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5/27 audit: pipeline_local 1 iter 25분 SLA 미완 (Boltz 32회 후 timeout)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77724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Step05 Boltz 후보당 30~40s, 55개 ≈ 1500s 초과. demo subset 또는 SLA 재설정 필요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발표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Dual-silo 통합 흐름 — 🚨 코드 가정 vs 실 구현 격차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 :835 · 합류 :981 · 가중 A:0.34 B:0.33 C:0.33 — 그러나 Silo C 구현 없음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--dual flag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orchestrator.py:835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dual_silo.enabled (기본 False)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23360" y="1097280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0" y="1097280"/>
            <a:ext cx="73152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143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A (3-Arm)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052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 실행 0건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23360" y="1920240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920240"/>
            <a:ext cx="73152" cy="6400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B (PyRosetta)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6052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정상 · SLA 미완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23360" y="2743200"/>
            <a:ext cx="22860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60520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C — ???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60520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policy.py 가정만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32320" y="1828800"/>
            <a:ext cx="4572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1828800"/>
            <a:ext cx="73152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1920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aggregator.rank_fusion_weighted_sum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69480" y="2240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silo_weights = {A:0.34, B:0.33, C:0.33}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69480" y="2560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orchestrator.py:981 _run_dual_silo()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A seq에 'a_' 접두어 → BranchOutputs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11155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749040"/>
            <a:ext cx="73152" cy="2286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840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🚨 핵심 격차 3가지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7240" y="4297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Silo C 코드 가정 vs 실 구현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policy.py가 </a:t>
            </a:r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required_silos=["A","B","C"]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요구, aggregator 가중 0.33 부여 — 그러나 코드/문서/실행 흔적 0건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4754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--dual 기본 False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2026-05-27 phase 2 smoke도 dual 미활성 →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Dual 통합 종단 검증 기록 0건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5212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K-1/K-2 selectivity 결함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_build_pdb_index 정렬 + candidate_pdb 미전달로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후보가 동일 off-target 결과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selectivity 평가 사실상 무효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발표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Items P0 종합 비교표 (4/6 회의 9건)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요구 ↔ 대응 ↔ 달성도 ↔ 현재 문제점 ↔ 향후 방향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30000" cy="5029200"/>
        </p:xfrm>
        <a:graphic>
          <a:graphicData uri="http://schemas.openxmlformats.org/drawingml/2006/table">
            <a:tbl>
              <a:tblPr/>
              <a:tblGrid>
                <a:gridCol w="457200"/>
                <a:gridCol w="2011680"/>
                <a:gridCol w="731520"/>
                <a:gridCol w="2468880"/>
                <a:gridCol w="640080"/>
                <a:gridCol w="2103120"/>
                <a:gridCol w="1828800"/>
                <a:gridCol w="11887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원본 요구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대응 방법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달성도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문제점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향후 방향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SSTR1/3/4/5 위치 지정 도킹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Dock/B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cealign + binding_pocket JSON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7T10 vs 7XNA 불일치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7T10 재검증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PR#61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혈청 반감기 도구 비교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PlifePred / L2 pepMSND wrapper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D-AA HIGH-BLOCKER, PR#117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MD(RMSD) 2차 · 실험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Fab-ADMET 검증·자체학습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pepADMET 로컬 + ADMET-AI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403, Layer 3 STUB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pepADMET fine-tuning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Top-K 복합 스코어링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S/A/B + Critic + ensemble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enrichment 분리, PR#117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정합 / Pareto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PR#62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SST14 레퍼런스 ⊿G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Dock/B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n회 도킹 Mean + 가변 임계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MM-GBSA/FEP 미구현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gmx_MMPBSA·OpenFE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direct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디퓨전 도킹 PoC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Dock/B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DiffDock or 유사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본격 PoC 미수행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DiffDock + RMSD ≤2.0Å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견적 수집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DGX H100/B200 매트릭스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외부 견적 대기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6월 회의 의사결정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최종 후보 3-4 + 합성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All/Dual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S → PRST-001~004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wet-lab 미시작, ADMET OOD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 assay + RI 표지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PR#63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SSTR3 도킹 에러 해결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Dock/B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PDB sanitize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(회귀 유지)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PR#60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2636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완료  ◕ 대부분  ◑ 부분  ◔ 초기  ○ 미착수 / A-08(라이브러리 마이그)는 PDF §2.3 배포 완료로 삭제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발표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Items 진행 분포 + Top P0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4월 회의 원안 8건 + 후속 16건 + 본 점검 신규 발견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4월 회의 원안 8건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45920"/>
          <a:ext cx="53035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후속 발견 8건 포함 총 16건</a:t>
            </a:r>
            <a:endParaRPr lang="en-US" sz="16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400800" y="1645920"/>
          <a:ext cx="53035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114800"/>
            <a:ext cx="11155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8640" y="4114800"/>
            <a:ext cx="73152" cy="2011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P0 액션 (즉시 / 금일 / D-7 대응)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7240" y="4663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51560" y="4663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K-1/K-2 selectivity 결함 정정 (R-04) — 모든 후보 동일 off-target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263640" y="4663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537960" y="4663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PRST-001~004 ranking 재검증 (R-08)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77240" y="5120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🟠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051560" y="5120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A-02 D-AA HIGH-BLOCKER 해소 (MD 2차 vs 외부 도구)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263640" y="5120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🟠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537960" y="5120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#117 (ADMET divergence) 머지 결정 (R-05)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77240" y="5577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🟠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051560" y="5577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C 정책 결정 (R-14, 구현 vs 가중치 재설계)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263640" y="5577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🟢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537960" y="5577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filesystem 경로 수정 (R-01, 5분)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발표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2E4D8F"/>
          </a:solidFill>
          <a:ln w="12700">
            <a:solidFill>
              <a:srgbClr val="2E4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Serum Stability — L-AA · D-AA Landscape (A-02 보강)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SST-14 t½ ~3분 vs Octreotide ~100분 — D-AA 도구 격차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73152" cy="45720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L-AA Serum Stability — 알려진 성능과 한계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 L-AA → 다중 protease 분해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N-end rule (Bachmair 1986)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DOI:10.1126/science.3018930
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ProtParam (ExPASy)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web.expasy.org
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PlifePred (Mathur 2018)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DOI:10.1371/journal.pone.0196829
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HLP (IIITD Raghava)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L-AA 분류기
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PeptideRanker (UCD) </a:t>
            </a:r>
            <a:pPr indent="0" marL="0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반감기 X (bioactivity 점수)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4389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한계 (4가지)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70916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자연 L-AA 학습 → modification 외삽 시 신뢰 ↓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점 추정만 (uncertainty 없음)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벤치마크 부족 — 회의록 §4 A-02 구축 요구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혈청·위장관·세포내 분해 미구분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73152" cy="4572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D-AA Serum Stability — 알려진 사실과 도구 격차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1828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D-AA → protease 입체화학 반대 → 저항성 큼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2194560"/>
          <a:ext cx="5120640" cy="1280160"/>
        </p:xfrm>
        <a:graphic>
          <a:graphicData uri="http://schemas.openxmlformats.org/drawingml/2006/table">
            <a:tbl>
              <a:tblPr/>
              <a:tblGrid>
                <a:gridCol w="1280160"/>
                <a:gridCol w="1554480"/>
                <a:gridCol w="1097280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Peptide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Octreotide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D-Phe+Thr(ol)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~33×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Lanreotide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D-Nal+D-Trp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(더 김)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RC-160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D-Phe+L-Val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미기재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446520" y="3566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핵심 격차: D-AA 신뢰 in silico 도구 부재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46520" y="388620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PlifePred/HLP/ProtParam ❌ D-AA 학습 부재
</a:t>
            </a:r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PEPlife2-GAT △ R²=0.022 (재학습 후 — 의사결정 불가)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pepADMET [추정] DOI:10.1021/acs.jcim.5c02518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MD(RMSD) 2차 ✅ 서호성 의견 — 본 프로젝트 미구현
</a:t>
            </a:r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vitro 실측 ✅ gold standard — wet-lab 병행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6035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A-02(stability) + A-04(scoring) + A-09(synthesis) 묶어 의사결정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발표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반영 계획 — 21건 (committed 10 / proposed 11)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즉시 3 · P0 차주 7 · P1 4주 8 · P2 검토 3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8016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128016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09360" y="1280160"/>
            <a:ext cx="73152" cy="4846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금일 착수 가능 (committed)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4652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R-01 MCP filesystem 경로 수정 (5분)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46520" y="2240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R-02 BE silo_a 라우터 404 정정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46520" y="2651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R-03 FE smoke 'More' 테스트 갱신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46520" y="3063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R-04 K-1/K-2 selectivity 정정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46520" y="3474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R-08 PRST ranking 재검증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46520" y="3886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R-09 DiffDock PoC 1회 실행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상세: docs/meet_preparation/reflection_plan/00_master_plan.md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466344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4663440"/>
            <a:ext cx="73152" cy="1463040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4754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의존 관계 (선후 작업)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77240" y="507492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R-04 K-1/K-2 정정 → R-08 PRST 재검증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R-05 PR #117 머지 → R-06 enrichment 정합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R-14 Silo C 정책 → R-13 Silo A 통합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R-09 DiffDock PoC → R-10 GPU 견적 → A-06 결정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발표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리스크 매트릭스 (영향도 × 발생 가능성)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4건 / P1 5건 / P2 4건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344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5528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1463040"/>
            <a:ext cx="3246120" cy="1371600"/>
          </a:xfrm>
          <a:prstGeom prst="rect">
            <a:avLst/>
          </a:prstGeom>
          <a:solidFill>
            <a:srgbClr val="FBE9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463040"/>
            <a:ext cx="3246120" cy="1371600"/>
          </a:xfrm>
          <a:prstGeom prst="rect">
            <a:avLst/>
          </a:prstGeom>
          <a:solidFill>
            <a:srgbClr val="FFCDD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5087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STUB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 평가 공백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55280" y="1463040"/>
            <a:ext cx="3246120" cy="1371600"/>
          </a:xfrm>
          <a:prstGeom prst="rect">
            <a:avLst/>
          </a:prstGeom>
          <a:solidFill>
            <a:srgbClr val="F4433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5087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K-1/K-2 selectivity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A 실행 0건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SLA 미완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2880360"/>
            <a:ext cx="3246120" cy="1371600"/>
          </a:xfrm>
          <a:prstGeom prst="rect">
            <a:avLst/>
          </a:prstGeom>
          <a:solidFill>
            <a:srgbClr val="FFFD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29260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downtime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3246120" cy="1371600"/>
          </a:xfrm>
          <a:prstGeom prst="rect">
            <a:avLst/>
          </a:prstGeom>
          <a:solidFill>
            <a:srgbClr val="FFF59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9260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silo_a 404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DiffPepBuilder OFF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C 격차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55280" y="2880360"/>
            <a:ext cx="3246120" cy="1371600"/>
          </a:xfrm>
          <a:prstGeom prst="rect">
            <a:avLst/>
          </a:prstGeom>
          <a:solidFill>
            <a:srgbClr val="FFE08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9260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#117 미머지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enrichment 불일치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71600" y="4297680"/>
            <a:ext cx="3246120" cy="13716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43434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워커 OOM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4297680"/>
            <a:ext cx="3246120" cy="1371600"/>
          </a:xfrm>
          <a:prstGeom prst="rect">
            <a:avLst/>
          </a:prstGeom>
          <a:solidFill>
            <a:srgbClr val="C8E6C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43434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smoke 1 FAIL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사문화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4297680"/>
            <a:ext cx="3246120" cy="1371600"/>
          </a:xfrm>
          <a:prstGeom prst="rect">
            <a:avLst/>
          </a:prstGeom>
          <a:solidFill>
            <a:srgbClr val="A5D6A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43434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fs path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(5분 수정)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371600" y="5852160"/>
            <a:ext cx="10972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6304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P0 (즉시)    🟠 P1 (4주 audit 권고)    🟢 P2 (낮은 영향, 즉시 수정)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발표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종합 향후 방향 의견 (전문가 4명 통합)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약리학 / 생명공학 / 화학 / 수학·통계 견해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155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73152" cy="10972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258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💊 약리학 (reviewer-pharma)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 76/76 PASS. A-02 D-AA HIGH-BLOCKER + A-03 Layer 3 STUB로 in silico 단독 의사결정 불가. PRST Tier S는 ΔG·L-AA ADMET 편중 잠정 순위 — PR #117 + enrichment 결정 + wet-lab 시점 3대 의사결정.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참조: pepADMET DOI:10.1021/acs.jcim.5c02518, Lutathera NDA 208700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11155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68880"/>
            <a:ext cx="73152" cy="10972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5146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🧬 생명공학 (reviewer-biology)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8346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7XNA(octreotide 8-mer Cys2-Cys7) ≠ SST-14(14-mer Cys3-Cys14) ring span 근본 다름 + Boltz 3종 도킹 모두 포켓 외부 배치(78/66/79Å)로 ΔG 기준선 553 REU 재검증 필요. R-04 + R-20 동시 선행 필수.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2461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참조: Gervasoni 2023 JCIM DOI:10.1021/acs.jcim.3c00712, 2024 CSBJ DOI:10.1016/j.csbj.2024.03.005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11155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657600"/>
            <a:ext cx="73152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03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⚗️ 화학 (reviewer-chemistry)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0233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Met→Nle, Lys→Orn 즉시 SPPS 가능. ⚠ Cys SS bond 내 D-AA는 ERROR (Veber 1978 ~10× 활성↓). DOTA 라벨링 pH 4.0-4.5/95°C/15-30분. Quencher: Gentisic 0.63 + Ascorbic 2.8 mg/mL (Lutathera 검증).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4348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참조: Lutathera FDA DailyMed NDA 208700, Veber 1978 PNAS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155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846320"/>
            <a:ext cx="73152" cy="1097280"/>
          </a:xfrm>
          <a:prstGeom prst="rect">
            <a:avLst/>
          </a:prstGeom>
          <a:solidFill>
            <a:srgbClr val="2E4D8F"/>
          </a:solidFill>
          <a:ln w="12700">
            <a:solidFill>
              <a:srgbClr val="2E4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8920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수학·통계 (reviewer-math)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2120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Pareto front 현재 비활성 (MIN_CANDIDATES=50, n=4 운영) — Tier S는 WSS top 20% 단일 기준. K-1/K-2 결함 시 selectivity_ratio = ΔG 단조 변환 → 다목적이 단목적. ref*0.9 부호 재확인 + n회 SE/95% CI 표기.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56235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참조: gmx_MMPBSA DOI:10.1021/acs.jctc.1c00645, OpenFE openfree.energy 1.0, pymoo.org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61264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상세: docs/meet_preparation/expert_opinions/{pharma,biology,chemistry,math}_review.md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발표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0"/>
            <a:ext cx="54864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금일 보고 핵심 결론 (5줄)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초안 보고 / 현재 상태 공유 — 최종 성과 발표 아님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5720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17830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9건 중 6건 PR 머지 완료, 3건 진행 중. 본 점검 신규 발견 3건(K-1/K-2 결함·Silo C 격차·Dual 종단 0건)이 추가됨.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45720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517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88720" y="26517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Biology 발견: 7XNA(octreotide 8-mer Cys2-Cys7) ≠ SST-14(14-mer Cys3-Cys14) ring span 근본 다름 + Boltz 도킹 3종 모두 포켓 외부(78/66/79Å) → ΔG 기준선 553 REU 재검증 필요.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45720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204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88720" y="35204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Math 발견: Pareto front 현재 비활성(MIN=50, n=4) — Tier S는 WSS 단일 기준. K-1/K-2 결함 시 다목적이 단목적과 동치. ref*0.9 부호 재확인.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45720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3891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88720" y="43891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A-02 D-AA HIGH-BLOCKER + Layer 3 STUB 으로 in silico 단독 의사결정 불가. PRST-001~004는 도출되었으나 wet-lab Ki·Stability assay 병행 필수.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5720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2578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88720" y="52578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6월 회의 3대 결정: ① PR #117 머지 (D-AA enrichment) ② Silo C 정책 (구현 vs A:0.5/B:0.5) ③ wet-lab 시점·protocol. 전문가 4명 견해 통합 권고.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발표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단계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즉시 / 차주 / 4주 P1 / 검토 사항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🟢 오늘 즉시 (committed 3건)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212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R-01 MCP filesystem 경로 수정 (5분, 본 보고 발견)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R-02 BE 재기동 후 silo_a 404 재확인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R-03 FE smoke 'More' 테스트 갱신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417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🟠 차주 (D-7)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1828800"/>
            <a:ext cx="5212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R-04 K-1/K-2 selectivity 결함 정정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R-08 PRST ranking 재검증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R-09 DiffDock PoC 1회 실행 (RMSD ≤2.0Å)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R-12 벤치마크 R²/Spearman (회의록 §4 A-02)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886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🔵 4주 P1 (audit 권고)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297680"/>
            <a:ext cx="5212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R-05 PR #117 머지 결정 + R-06 enrichment 정합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R-07 Layer 3 (DOTA proxy) 최소 구현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R-11 MM-GBSA 도구 검토 (gmx_MMPBSA·OpenFE)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R-13 Silo A 통합 / R-14 Silo C 정책 결정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840480"/>
            <a:ext cx="548640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886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⚪ 검토 사항 (proposed)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4297680"/>
            <a:ext cx="5212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R-19 Schrödinger 도입 검토 (라이센스·비용 정량화)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R-18 pepADMET 자체 학습 (D-AA fine-tuning)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R-21 Radiolysis Quencher DOE (Lutathera 참조)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발표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시스템 점검 + Action Items 분석 + 종합 의견 (메인) — 2026-06-01</dc:title>
  <dc:subject>PptxGenJS Presentation</dc:subject>
  <dc:creator>orchestrator session</dc:creator>
  <cp:lastModifiedBy>orchestrator session</cp:lastModifiedBy>
  <cp:revision>1</cp:revision>
  <dcterms:created xsi:type="dcterms:W3CDTF">2026-06-01T06:26:26Z</dcterms:created>
  <dcterms:modified xsi:type="dcterms:W3CDTF">2026-06-01T06:26:26Z</dcterms:modified>
</cp:coreProperties>
</file>