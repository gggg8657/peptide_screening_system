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27432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A2676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KAERI-AIRL-MOM-2026-003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Action Items 9건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A26769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원본 요구 vs 실행 결과 — Audit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4114800"/>
            <a:ext cx="5486400" cy="18288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206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2676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회의일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44805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2026-04-06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40080" y="50292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2676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검증일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53035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2026-05-20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309360" y="4114800"/>
            <a:ext cx="5486400" cy="1828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4206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종합 상태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92240" y="448056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9 / 9 종료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492240" y="521208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(A-08은 회의 당일 삭제 — 9건 중 9건 처리)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Audit 매트릭스 — 9건 종합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회의 요구 충족도 + 갭 + 후속 작업 · 5/20 머지 PR #68 / #71 / #72 / #73 반영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471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3657600"/>
                <a:gridCol w="1188720"/>
                <a:gridCol w="57607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ID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회의 요구 (요약)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충족도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갭 / 후속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2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A-01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SSTR1/3/4/5 위치 지정 도킹 좌표 + 정렬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580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✓ 달성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TM-align 미설치 → PyMOL cealign (RMSD 2.77-3.13Å 충족). 5/20: PR #72 SSTR4 시그니처 fix · PR #71 CID 정합 (+#70 무음 추정 차단) → 선택성 재산정 진행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A-02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혈청 반감기 도구 5종+ 비교 + 정확도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△ 부분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도구 7종 비교 완료, but D-AA 지원 도구 0개 (HIGH-BLOCKER)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A-03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Fab-ADMET 정확도 + 자체 학습 가능성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580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✓ 달성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"Fab-ADMET"=pepADMET 오기재 확정, D-AA 한계 식별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A-04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복합 스코어링 + Tier 분류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580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✓ 달성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PR #62 + 5/20 PR #68: P1 sprint wrapper × composite 자동 enrichment (이월 과제 종료). Pareto+WSS+Tier S/A/B/FAIL, 테스트 통과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A-05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SST14 reference dG (n≥10)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580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✓ 달성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mean 553.857 σ=4.024 (KPI σ&lt;5 충족), complex 부재 한계 명시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A-06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Diffusion 도킹 PoC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580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✓ 달성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DiffPepDock 평가 완료 → NOT_RECOMMENDED (SS bond X)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A-07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GPU 인프라 견적 수집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△ 부분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템플릿 + 점검 완료, 실 견적은 사용자 책임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A-08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(회의 당일 삭제)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9C9398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N/A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외부망 H100×8 배포 완료로 불필요 — 정상 종료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A-09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최종 후보 3-4개 + 합성 의뢰서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580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✓ 달성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Gate-2 진입 후보 4개 PRST-001~004 — 합성 경로 확정 runs_local/final_candidates/synthesis_orders/ (PR #73 문서 갱신)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A-10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SSTR3_8XIR 도킹 fix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580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✓ 달성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chain 선택 + 24 tests, smoke ddg=-92.09</a:t>
                      </a:r>
                      <a:endParaRPr lang="en-US" sz="10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D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5852160"/>
            <a:ext cx="2743200" cy="64008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58521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7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1188720" y="58521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✓ 완전 달성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37560" y="5852160"/>
            <a:ext cx="2743200" cy="6400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0" name="Text 7"/>
          <p:cNvSpPr/>
          <p:nvPr/>
        </p:nvSpPr>
        <p:spPr>
          <a:xfrm>
            <a:off x="3337560" y="58521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4069080" y="58521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△ 부분 달성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17920" y="5852160"/>
            <a:ext cx="2743200" cy="64008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3" name="Text 10"/>
          <p:cNvSpPr/>
          <p:nvPr/>
        </p:nvSpPr>
        <p:spPr>
          <a:xfrm>
            <a:off x="6217920" y="58521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0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6949440" y="58521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✕ 미달성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9098280" y="5852160"/>
            <a:ext cx="2743200" cy="640080"/>
          </a:xfrm>
          <a:prstGeom prst="rect">
            <a:avLst/>
          </a:prstGeom>
          <a:solidFill>
            <a:srgbClr val="9C9398"/>
          </a:solidFill>
          <a:ln/>
        </p:spPr>
      </p:sp>
      <p:sp>
        <p:nvSpPr>
          <p:cNvPr id="16" name="Text 13"/>
          <p:cNvSpPr/>
          <p:nvPr/>
        </p:nvSpPr>
        <p:spPr>
          <a:xfrm>
            <a:off x="9098280" y="58521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1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9829800" y="58521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N/A 삭제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9" name="Text 16"/>
          <p:cNvSpPr/>
          <p:nvPr/>
        </p:nvSpPr>
        <p:spPr>
          <a:xfrm>
            <a:off x="365760" y="66294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Action Items Audit · 4/6 회의 → 2026-05-20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HOTFIX — SSTR4 시그니처 충돌 (PR #72)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VILRYAKMKTA 공유 모티프 제거 · 오프타겟 선택성 오매칭 해소 · merged 2026-05-20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486400" cy="48463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91440" cy="484632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Root Cause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512064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_SSTR_SIGNATURES 에 VILRYAKMKTA 가 SSTR1·SSTR4 양쪽에 중복 등록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_match_sstr_signature() 가 dict 순서로 SSTR1 우선 검색 → SSTR4 PDB/CIF 가 SSTR1 로 오매칭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오프타겟 selectivity 결과 오염 (PRST-001~004 경로 재확인 권고)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371600"/>
            <a:ext cx="5486400" cy="48463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371600"/>
            <a:ext cx="91440" cy="4846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Fix / 검증 · 후속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1965960"/>
            <a:ext cx="5120640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머지: PR #72 (main)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공유 모티프 제거 — 고유 서명만 유지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SSTR1: YSVVCLVGLCG / SSTR4: YALVCLVGLVG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pytest pipeline_local/tests/test_offtarget_dock_cif_chain.py → 24/24 PASS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(직전: SSTR4 케이스 FAIL 4건)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선택성 재산정(진행 표기):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PR #70 무음 추정 fallback 차단 가드 (#69 receptor 데이터 수정 선행 포함)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PR #71 G-1 candidate_id 포맷 정합 → 버킷 키 mismatch 제거 후 재실행 파이프라인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6309360"/>
            <a:ext cx="11247120" cy="27432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상태: ✓ 패치 적용 완료  ·  후속: 기존/selectivity 결과 재산정 (진행)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66294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Action Items Audit · 4/6 회의 → 2026-05-20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3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A-01 — SSTR site-directed docking + 5종 정렬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회의 KAERI-AIRL-MOM-2026-003 (2026-04-06) → 5/20 실행 결과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486400" cy="48463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91440" cy="4846320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26769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회의 원본 요구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목표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SSTR2(7XNA) 결합 포켓 중심 좌표 추출 + SSTR1/3/4/5 → SSTR2 구조 정렬. selectivity_runner.py에 binding pocket 정보 전달 인터페이스 추가.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핵심 잔기: TM5(205,208,209,212) + TM6(272,273,276,279).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선행: A-10 SSTR3 도킹 fix 필요.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4206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KPI / 완료 기준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448056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binding_pocket_SSTR2.json 생성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4 SSTR aligned.pdb 생성 (RMSD ≤ 4Å)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selectivity_runner 인터페이스 확장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step05b_selectivity 테스트 추가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5486400" cy="48463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371600"/>
            <a:ext cx="91440" cy="4846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실행 결과 (5/20)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1828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수행 + 산출물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92240" y="210312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 #61 머지 (5/19)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Center: (-5.595, -28.626, 52.210)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Radius: 13.0Å / Box: 26.1Å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5종 정렬 (PyMOL cealign):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- SSTR1 RMSD 3.125Å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- SSTR3 RMSD 3.086Å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- SSTR4 RMSD 3.019Å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- SSTR5 RMSD 2.770Å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모두 ≤4.0Å 충족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5/20: PR #72 off-target 시그니처 수선 + PR #70·#71 가드/CID 적용 후 selectivity 재산정(진행)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92240" y="4206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산출 파일 / PR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92240" y="448056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extract_binding_pocket.py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align_subtypes.py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selectivity_runner.py (get_pocket_center, get_gnina_config)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38/38 tests pass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PR #61 + PR #72 (+ #70·#71 selectivity rerun 선행 패치)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6309360"/>
            <a:ext cx="11247120" cy="27432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상태: ✓ 달성  ·  갭: TM-align 미설치로 PyMOL cealign 대체 (결과 동등). 기존 SSTR4 선택성 결과는 패치 적용 버전 기준 재확인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66294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Action Items Audit · 4/6 회의 → 2026-05-20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A-02 — 혈청 반감기 예측 도구 5종+ 비교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회의 KAERI-AIRL-MOM-2026-003 (2026-04-06) → 5/20 실행 결과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486400" cy="48463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91440" cy="4846320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26769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회의 원본 요구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목표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SST14, Octreotide, Lanreotide, RC-160 벤치마크에 5종 이상 반감기 예측 도구 적용 + 정확도(R², MAE) 비교 보고서. D-AA 지원 여부 명시.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4206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KPI / 완료 기준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448056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5종+ 도구 검토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벤치마크 정확도 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R²/MAE 정량 비교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권고 (도입 우선순위)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5486400" cy="48463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371600"/>
            <a:ext cx="91440" cy="4846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실행 결과 (5/20)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1828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수행 + 산출물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92240" y="210312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researcher + follow-up 2건 완료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7종 도구 비교 (ProtParam, HLP, PlifePred, PlifePred2, pepADMET, Tan2024 TL, PepMSND, Cavaco 2021)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pepADMET R²=0.84-0.90 가장 우수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즉시+로컬+R²≥0.5 도구 0개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pepADMET D-AA 실 테스트 (Octreotide):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D-AA 절대값 4.83× 과대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92240" y="4206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산출 파일 / PR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92240" y="448056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sod-2026-05-19-A02-halflife-tools-comparison.md (28KB)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sod-2026-05-19-A02-followup-pepadmet-daa-test.md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ENDPOINT_CONFIDENCE 4건 등록 권고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6309360"/>
            <a:ext cx="11247120" cy="2743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상태: △ 부분 달성  ·  갭: D-AA half-life 도구 0개 — HIGH-BLOCKER, 자체 모델 필요 (3-6개월)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66294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Action Items Audit · 4/6 회의 → 2026-05-20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5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A-03 — Fab-ADMET 정확도 검증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회의 KAERI-AIRL-MOM-2026-003 (2026-04-06) → 5/20 실행 결과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486400" cy="48463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91440" cy="4846320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26769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회의 원본 요구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목표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Fab-ADMET 도구 원 논문 정확도 정리 + SSTR2 환형 펩타이드(D-AA, 비천연 AA) 적용 시 한계 + 자체 학습 가능성 평가.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4206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KPI / 완료 기준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448056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원 논문 endpoint별 ROC AUC, MAE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SSTR2 환형 적용 한계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자체 fine-tuning 가능성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신뢰 가능 endpoint 식별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5486400" cy="48463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371600"/>
            <a:ext cx="91440" cy="4846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실행 결과 (5/20)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1828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수행 + 산출물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92240" y="210312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researcher 완료 + V-01 사용자 확인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"Fab-ADMET" 학술 DB 미확인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후보 분석: FP-ADMET vs pepADMET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사용자 V-01 확인: pepADMET 오기재 확정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pepADMET 29 endpoint 분석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D-AA/DOTA 지원 도구 모두 0개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자체 fine-tuning: ToxTeller (CC-BY) 가능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92240" y="4206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산출 파일 / PR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92240" y="448056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sod-2026-05-19-A03-fab-admet-validation.md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V-01 RESOLVED (pepADMET 확정)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신뢰 endpoint 매트릭스 (수단별)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6309360"/>
            <a:ext cx="11247120" cy="27432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상태: ✓ 달성  ·  갭: 회의록 오기재 — 명확화 완료. SSTR2 D-AA 후보에 신뢰 ADMET 도구 없음 (wet-lab 필수)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66294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Action Items Audit · 4/6 회의 → 2026-05-20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A-04 — 복합 스코어링 + Tier 분류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회의 KAERI-AIRL-MOM-2026-003 (2026-04-06) → 5/20 실행 결과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486400" cy="48463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91440" cy="4846320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26769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회의 원본 요구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목표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ΔG 단일 지표 한계 극복. 13-metric panel + 7단계 다단계 선별 체계 기반 복합 스코어링. ADMET/반감기/radiolysis/selectivity 통합 평가.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4206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KPI / 완료 기준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448056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composite_scorer.py 신규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WSS + Pareto front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Tier S/A/B/FAIL 분류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A-09 입력 (tier_s_candidates.csv)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pharmacology_guards 통합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5486400" cy="48463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371600"/>
            <a:ext cx="91440" cy="4846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실행 결과 (5/20)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1828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수행 + 산출물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92240" y="210312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 #62 머지 — 6 신규 파일 + 5/20 PR #68 (P2 sprint × composite enrichment)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composite_scorer: --enrich-from-wrappers, D-AA UNAVAILABLE 신뢰도 가드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radiolysis_scorer.py (¹⁷⁷Lu)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73+/73+ tests 패스 (증분 회귀)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Hard Cutoff 5게이트 유지: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G1 ΔG ≤ -95 / G2 sel ≥ 100× 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G3 radiolysis ≤ 3 / G4 tox ≤ 0.3 / G5 II &lt; 40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92240" y="4206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산출 파일 / PR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92240" y="448056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pipeline_local/scoring/{composite,radiolysis}_scorer.py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pipeline_local/scripts/composite_scorer{_cli}.py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pipeline_local/tests/test_p1_sprint_wrapper_integration.py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PR #62 + PR #68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6309360"/>
            <a:ext cx="11247120" cy="27432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상태: ✓ 달성  ·  갭: P1 sprint wrapper × composite_scorer 자동 enrichment: PR #68 머지로 종료(Task #52 이월 항목 정리)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66294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Action Items Audit · 4/6 회의 → 2026-05-20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7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A-05 — SST14 reference dG (n≥10)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회의 KAERI-AIRL-MOM-2026-003 (2026-04-06) → 5/20 실행 결과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486400" cy="48463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91440" cy="4846320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26769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회의 원본 요구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목표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SST14 원형(AGCKNFFWKTFTSC)을 SSTR2(7XNA)에 n≥10회 도킹 → 평균/표준편차 dG 산출 + reference 값 저장. 변이 후보 평가 기준선 제공.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4206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KPI / 완료 기준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448056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n ≥ 10 도킹 실행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mean, std, 95% CI 통계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KPI: σ &lt; 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reference JSON 저장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pharmacology_guards 등록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5486400" cy="48463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371600"/>
            <a:ext cx="91440" cy="4846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실행 결과 (5/20)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1828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수행 + 산출물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92240" y="210312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engineer-backend 직접 main push (8e7e1cc)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n = 10 FlexPepDock + InterfaceAnalyzer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mean ΔG = 553.857 REU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σ = 4.024 (KPI σ&lt;5 충족 ✓)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95% CI [550.978, 556.735]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min/max 550.565 / 564.492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59/59 tests pass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92240" y="4206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산출 파일 / PR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92240" y="448056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data/somatostatin_receptor/SST14_SSTR2_reference_dG.json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pharmacology_guards.SST14_SSTR2_ref_ddg_flexpep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run_sst14_reference_docking.py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커밋 8e7e1cc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6309360"/>
            <a:ext cx="11247120" cy="27432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상태: ✓ 달성  ·  갭: complex 부재로 양수 ΔG (553.857) — 절대값 신뢰 불가, 상대 비교만 유효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66294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Action Items Audit · 4/6 회의 → 2026-05-20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A-06 — Diffusion 도킹 PoC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회의 KAERI-AIRL-MOM-2026-003 (2026-04-06) → 5/20 실행 결과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486400" cy="48463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91440" cy="4846320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26769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회의 원본 요구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목표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DiffDock(또는 유사 디퓨전 모델)을 SSTR2-SST14 complex에 적용. PyRosetta/Boltz와 비교. 정밀도/속도/신뢰도 평가 후 도입 가치 보고.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4206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KPI / 완료 기준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448056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Diffusion 모델 SSTR2-SST14 적용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PyRosetta/Boltz 비교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시간/정확도/SS bond 지원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도입 권고 (운영/PoC/미도입)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5486400" cy="48463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371600"/>
            <a:ext cx="91440" cy="4846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실행 결과 (5/20)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1828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수행 + 산출물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92240" y="210312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engineer-backend 직접 main push (6054ea9)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DiffPepBuilder v1 모델 사용 (1.2GB)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10 포즈 생성 77.9초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inter-pose Cα RMSD 0.36-2.26Å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3 engine 비교: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FlexPepDock 6-13초 (Rosetta ddG)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Boltz 60-90초 (iPTM)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DiffPepDock 77.9초 (점수 없음)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92240" y="4206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산출 파일 / PR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92240" y="448056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pipeline_local/scripts/run_diffpepdock_inference.py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run_diffpepdock_poc.py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runs_local/diffdock_poc/poc_report.{json,md}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12/12 tests pass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커밋 6054ea9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6309360"/>
            <a:ext cx="11247120" cy="27432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상태: ✓ 달성  ·  갭: openmm GLIBCXX_3.4.30 비호환 → postprocess 비활성화 (engineer-infra 후속)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66294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Action Items Audit · 4/6 회의 → 2026-05-20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9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A-07 — GPU 인프라 견적 수집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회의 KAERI-AIRL-MOM-2026-003 (2026-04-06) → 5/20 실행 결과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486400" cy="48463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91440" cy="4846320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26769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회의 원본 요구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목표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H100 NVL ×4 또는 추가 GPU 견적 비교 자료 정리. 실 구매·결재는 사용자(서호성/안기범) 책임. 견적 자동화 + 시스템 점검만 수행.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4206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KPI / 완료 기준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448056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벤더별 견적 표 (NVIDIA, SuperMicro, Dell)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단가, 리드타임, NVLink 여부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현 워크로드 적합 옵션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시스템 점검 결과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5486400" cy="48463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371600"/>
            <a:ext cx="91440" cy="4846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실행 결과 (5/20)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1828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수행 + 산출물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92240" y="210312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engineer-infra 완료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점검: H100 NVL ×4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GPU 0/1: 87GB 점유 (컨테이너)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GPU 2/3: 14MiB 유휴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NVLink 없음 (SYS topology)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→ 120GB+ 모델 단일 GPU 불가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즉시 가능: CUDA_VISIBLE_DEVICES=2,3 (192GB)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견적 템플릿: DGX H100 ~4.8-5.5억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자체 빌드 H100 SXM ×8 ~2.0-2.7억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92240" y="4206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산출 파일 / PR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92240" y="448056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sod-2026-05-19-A07-gpu-infra-quote.md (13KB)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견적 체크리스트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시스템 점검 보고서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6309360"/>
            <a:ext cx="11247120" cy="2743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상태: △ 부분 달성  ·  갭: 벤더 실 견적 수집은 사용자 책임 (~/.zshrc 192GB는 사용자가 이미 설정)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66294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Action Items Audit · 4/6 회의 → 2026-05-20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A-08 — 회의 당일 삭제됨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정상 종료 (실수 누락 아님)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1247120" cy="365760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54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원본 항목 (PDF §3 Action Items, p.5)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"라이브러리 서버 마이그레이션 완료 및 검증" (담당: AI팀)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2651760"/>
            <a:ext cx="10698480" cy="4572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834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삭제 사유 (PDF §2.3, p.4 + §4 수행 가이드, p.9)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291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외부망 서버(H100 ×8장)에 전체 시스템 배포 완료로 본 항목은 삭제 처리한다.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3840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§3 표 비고: "완료/불요" — 취소선(strikethrough) 처리됨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5212080"/>
            <a:ext cx="11247120" cy="109728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52120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정상 종료 — prompts/A-08_prompt.md 부재가 정상 상태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66294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Action Items Audit · 4/6 회의 → 2026-05-20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A-09 — 최종 후보 3-4개 + 합성 의뢰서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회의 KAERI-AIRL-MOM-2026-003 (2026-04-06) → 5/20 실행 결과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486400" cy="48463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91440" cy="4846320"/>
          </a:xfrm>
          <a:prstGeom prst="rect">
            <a:avLst/>
          </a:prstGeom>
          <a:solidFill>
            <a:srgbClr val="A2676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26769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회의 원본 요구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목표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A-04 composite_scorer 결과 기반 최종 후보 3-4개 선정 + 합성 의뢰서 작성. Gate-2 진입 준비 완료. h0/h1 가설 + 검증 protocol + acceptance criteria + timeline 포함.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4206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KPI / 완료 기준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448056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후보 3-4개 선정 (Tier S 우선)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다양성 확보 (hamming 분포)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합성 의뢰서 각 후보별 1건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wetlab BE 통합 검증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5486400" cy="484632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371600"/>
            <a:ext cx="91440" cy="4846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실행 결과 (5/20)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1828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수행 + 산출물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92240" y="210312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 #63 머지 — reviewer-pharma 검증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4 후보 선정: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PRST-001 (Tier S, WSS=1.000)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  AGCKNIIWKTITSC, ΔG -105.5, rad=1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PRST-002 (Tier B, WSS=0.582)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PRST-003 (Tier B, K4→R, N-말단 DOTA 전용)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PRST-004 (Tier B, WSS=0.365)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Hard Cutoff 5게이트 4/4 PASS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H-06 HEURISTIC 가드 적용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pepADMET D-AA HIGH-BLOCKER 반영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92240" y="42062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산출 파일 / PR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92240" y="448056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runs_local/final_candidates/synthesis_orders/PRST-001.md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runs_local/final_candidates/synthesis_orders/PRST-002.md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runs_local/final_candidates/synthesis_orders/PRST-003.md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runs_local/final_candidates/synthesis_orders/PRST-004.md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docs/meet_log/2026-04-06_action_items/ (00_MASTER_INDEX, A-04/A-05/A-09) — PR #73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1B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PR #63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6309360"/>
            <a:ext cx="11247120" cy="27432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상태: ✓ 달성  ·  갭: 다양성 86% (목표 80% 미달 — 14aa 구조 제약, A-09 정책상 WARN 후 진행). Gate-2 후보 4개 PRST-001~004 + 합성 의뢰서는 synthesis_orders/ 개별 md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66294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Action Items Audit · 4/6 회의 → 2026-05-20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6294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B2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A-10 + Gate-2 진입 로드맵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Gate-2 후보 4개 · 합성 의뢰서 runs_local/final_candidates/synthesis_orders/PRST-00x.md — PR #73 정정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486400" cy="2743200"/>
          </a:xfrm>
          <a:prstGeom prst="rect">
            <a:avLst/>
          </a:prstGeom>
          <a:solidFill>
            <a:srgbClr val="FAF6F2"/>
          </a:solidFill>
          <a:ln w="12700">
            <a:solidFill>
              <a:srgbClr val="E5DC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91440" cy="2743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A-10 SSTR3_8XIR 도킹 fix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66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원본 요구: SSTR3 PDB 전처리 + 도킹 정상화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1945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E46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실행 결과 (PR #60)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46888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chain B 선택 패치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23+1 tests pass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boltz env smoke OK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ddg=-92.09, iptm=0.9209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1B24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• A-01 SSTR3 정렬 활성화 가능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840480"/>
            <a:ext cx="5486400" cy="27432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8404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✓ 달성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371600"/>
            <a:ext cx="5486400" cy="2743200"/>
          </a:xfrm>
          <a:prstGeom prst="rect">
            <a:avLst/>
          </a:prstGeom>
          <a:solidFill>
            <a:srgbClr val="1F1B24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26769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Gate-2 로드맵 (RI팀)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0" y="190195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0. selectivity 재산정: PR #72·#71·#70 반영 파이프라인으로 후보 키/서명 정합 (진행)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0" y="2231136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1. Gate-2 후보 4개 합성 (Peptron, 4-6주) — 의뢰서 synthesis_orders/PRST-001~004.md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0" y="25603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2. SSTR1-5 binding Ki (n=3×3 biological)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288950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3. pepADMET 예측 × 실측 상관 분석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0" y="321868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4. V-A09-01/03/05/06 모두 해결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0" y="354787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5. Gate-3 진입 (¹⁷⁷Lu 라벨링 + in vivo PK)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389120"/>
            <a:ext cx="11247120" cy="1828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4805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미진 — wet-lab Gate-2 의존 (자동화 불가)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" y="4983480"/>
            <a:ext cx="182880" cy="1828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49377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V-A09-01: PRST-001 F6→I 치환 시 SSTR2 Ki 변화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26480" y="4983480"/>
            <a:ext cx="182880" cy="1828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49377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V-A09-03: pepADMET selectivity margin × 실측 Ki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5486400"/>
            <a:ext cx="182880" cy="1828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5440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V-A09-05: predict_half_life() ranking wet-lab 검증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26480" y="5486400"/>
            <a:ext cx="182880" cy="1828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0" y="5440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V-A09-06: Boltz2 ΔG -105.5 × 실험 IC50/Ki 상관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" y="58978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→ 4건 모두 wet-lab Ki/IC50 측정 후 자동 해결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" y="66294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Action Items Audit · 4/6 회의 → 2026-05-20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430000" y="6629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6F2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13 / 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Action Items 9건 — 원본 요구 vs 실행 결과 비교 (2026-04-06 회의 기준)</dc:title>
  <dc:subject>PptxGenJS Presentation</dc:subject>
  <dc:creator>PRST_N_FM Team</dc:creator>
  <cp:lastModifiedBy>PRST_N_FM Team</cp:lastModifiedBy>
  <cp:revision>1</cp:revision>
  <dcterms:created xsi:type="dcterms:W3CDTF">2026-05-20T02:35:07Z</dcterms:created>
  <dcterms:modified xsi:type="dcterms:W3CDTF">2026-05-20T02:35:07Z</dcterms:modified>
</cp:coreProperties>
</file>