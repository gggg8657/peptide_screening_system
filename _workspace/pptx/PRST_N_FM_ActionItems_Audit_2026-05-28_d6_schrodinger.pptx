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의뢰서 admet (전파값)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PRST-001</c:v>
                  </c:pt>
                  <c:pt idx="1">
                    <c:v>PRST-002</c:v>
                  </c:pt>
                  <c:pt idx="2">
                    <c:v>PRST-003</c:v>
                  </c:pt>
                  <c:pt idx="3">
                    <c:v>PRST-004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</c:v>
                </c:pt>
                <c:pt idx="1">
                  <c:v>0.12</c:v>
                </c:pt>
                <c:pt idx="2">
                  <c:v>0.2</c:v>
                </c:pt>
                <c:pt idx="3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pepADMET binary_toxicity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PRST-001</c:v>
                  </c:pt>
                  <c:pt idx="1">
                    <c:v>PRST-002</c:v>
                  </c:pt>
                  <c:pt idx="2">
                    <c:v>PRST-003</c:v>
                  </c:pt>
                  <c:pt idx="3">
                    <c:v>PRST-004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Action Items 9건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원본 요구 vs 실행 결과 — Audit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548640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2026-04-06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Deck 갱신일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303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2026-05-28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4114800"/>
            <a:ext cx="548640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16052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· 2026-05-28 (목)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437083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발표 준비 D-6 deck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48280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 #85·#111·#113 main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5138928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 / 9 audit + 매트릭스·OOD·OOD 차트 반영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(정직 표기 · 외삽 한계 명시)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1447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3-Layer Ensemble framework 완성. 시도한 도구·학습·외부 컨택 모두 정직히 보고. 단독 결정 X, 다중 도구 견제 + wet-lab 병행 권고.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Audit 매트릭스 — 9건 종합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요구 충족도 + 갭 + 후속 작업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1188720"/>
                <a:gridCol w="5760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회의 요구 (요약)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충족도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갭 / 후속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A-01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SSTR1/3/4/5 위치 지정 도킹 좌표 + 정렬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TM-align 미설치 → PyMOL cealign 사용 (RMSD 2.77-3.13Å 충족)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A-02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혈청 반감기 도구 5종+ 비교 + 정확도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△ 부분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도구 7종 비교 완료, but D-AA 지원 도구 0개 (HIGH-BLOCKER)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A-03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Fab-ADMET 정확도 + 자체 학습 가능성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"Fab-ADMET"=pepADMET 오기재 확정, D-AA 한계 식별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A-04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복합 스코어링 + Tier 분류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Pareto+WSS+Tier S/A/B/FAIL, 73 tests pass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A-05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SST14 reference dG (n≥10)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mean 553.857 σ=4.024 (KPI σ&lt;5 충족), complex 부재 한계 명시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A-06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Diffusion 도킹 PoC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DiffPepDock 평가 완료 → NOT_RECOMMENDED (SS bond X)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A-07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GPU 인프라 견적 수집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△ 부분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템플릿 + 점검 완료, 실 견적은 사용자 책임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A-08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(회의 당일 삭제)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C939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N/A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외부망 H100×8 배포 완료로 불필요 — 정상 종료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A-09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최종 후보 3-4개 + 합성 의뢰서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PRST-001~004 (Tier S/B/B/B) + 의뢰서 4건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A-10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SSTR3_8XIR 도킹 fix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chain 선택 + 24 tests, smoke ddg=-92.09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52160"/>
            <a:ext cx="2743200" cy="6400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7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18872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완전 달성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5852160"/>
            <a:ext cx="274320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333756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06908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△ 부분 달성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5852160"/>
            <a:ext cx="2743200" cy="6400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94944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✕ 미달성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98280" y="5852160"/>
            <a:ext cx="2743200" cy="640080"/>
          </a:xfrm>
          <a:prstGeom prst="rect">
            <a:avLst/>
          </a:prstGeom>
          <a:solidFill>
            <a:srgbClr val="9C9398"/>
          </a:solidFill>
          <a:ln/>
        </p:spPr>
      </p:sp>
      <p:sp>
        <p:nvSpPr>
          <p:cNvPr id="16" name="Text 13"/>
          <p:cNvSpPr/>
          <p:nvPr/>
        </p:nvSpPr>
        <p:spPr>
          <a:xfrm>
            <a:off x="909828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82980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N/A 삭제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A-01 — SSTR site-directed docking + 5종 정렬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SSTR2(7XNA) 결합 포켓 중심 좌표 추출 + SSTR1/3/4/5 → SSTR2 구조 정렬. selectivity_runner.py에 binding pocket 정보 전달 인터페이스 추가.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핵심 잔기: TM5(205,208,209,212) + TM6(272,273,276,279).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선행: A-10 SSTR3 도킹 fix 필요.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binding_pocket_SSTR2.json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4 SSTR aligned.pdb 생성 (RMSD ≤ 4Å)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selectivity_runner 인터페이스 확장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step05b_selectivity 테스트 추가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#61 머지 (5/19)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Center: (-5.595, -28.626, 52.210)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Radius: 13.0Å / Box: 26.1Å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5종 정렬 (PyMOL cealign):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SSTR1 RMSD 3.125Å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SSTR3 RMSD 3.086Å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SSTR4 RMSD 3.019Å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SSTR5 RMSD 2.770Å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모두 ≤4.0Å 충족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extract_binding_pocket.py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align_subtypes.py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selectivity_runner.py (get_pocket_center, get_gnina_config)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38/38 tests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TM-align 미설치로 PyMOL cealign 대체 (결과 동등)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A-02 — 혈청 반감기 예측 도구 5종+ 비교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SST14, Octreotide, Lanreotide, RC-160 벤치마크에 5종 이상 반감기 예측 도구 적용 + 정확도(R², MAE) 비교 보고서. D-AA 지원 여부 명시.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5종+ 도구 검토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벤치마크 정확도 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R²/MAE 정량 비교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권고 (도입 우선순위)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researcher + follow-up 2건 완료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7종 도구 비교 (ProtParam, HLP, PlifePred, PlifePred2, pepADMET, Tan2024 TL, PepMSND, Cavaco 2021)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R²=0.84-0.90 가장 우수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즉시+로컬+R²≥0.5 도구 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D-AA 실 테스트 (Octreotide):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D-AA 절대값 4.83× 과대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sod-2026-05-19-A02-halflife-tools-comparison.md (28KB)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sod-2026-05-19-A02-followup-pepadmet-daa-test.md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ENDPOINT_CONFIDENCE 4건 등록 권고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△ 부분 달성  ·  갭: D-AA half-life 도구 0개 — HIGH-BLOCKER, 자체 모델 필요 (3-6개월)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A-03 — Fab-ADMET 정확도 검증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Fab-ADMET 도구 원 논문 정확도 정리 + SSTR2 환형 펩타이드(D-AA, 비천연 AA) 적용 시 한계 + 자체 학습 가능성 평가.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원 논문 endpoint별 ROC AUC, MAE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SSTR2 환형 적용 한계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자체 fine-tuning 가능성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신뢰 가능 endpoint 식별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researcher 완료 + V-01 사용자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"Fab-ADMET" 학술 DB 미확인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후보 분석: FP-ADMET vs pepADMET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사용자 V-01 확인: pepADMET 오기재 확정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29 endpoint 분석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D-AA/DOTA 지원 도구 모두 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자체 fine-tuning: ToxTeller (CC-BY) 가능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sod-2026-05-19-A03-fab-admet-validation.md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V-01 RESOLVED (pepADMET 확정)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신뢰 endpoint 매트릭스 (수단별)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회의록 오기재 — 명확화 완료. SSTR2 D-AA 후보에 신뢰 ADMET 도구 없음 (wet-lab 필수)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A-04 — 복합 스코어링 + Tier 분류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ΔG 단일 지표 한계 극복. 13-metric panel + 7단계 다단계 선별 체계 기반 복합 스코어링. ADMET/반감기/radiolysis/selectivity 통합 평가.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composite_scorer.py 신규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WSS + Pareto front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Tier S/A/B/C 분류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A-09 입력 (tier_s_candidates.csv)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pharmacology_guards 통합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#62 머지 — 6 신규 파일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composite_scorer.py (WSS + Pareto)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radiolysis_scorer.py (¹⁷⁷Lu)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CLI 진입점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73/73 tests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Hard Cutoff 5게이트: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G1 ΔG ≤ -95 / G2 sel ≥ 100×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G3 radiolysis ≤ 3 / G4 tox ≤ 0.3 / G5 II &lt; 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Smoke: 11 후보 → S=1/B=5/FAIL=5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pipeline_local/scoring/{composite,radiolysis}_scorer.py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pipeline_local/scripts/composite_scorer.py + _cli.py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34 신규 tests + 39 회귀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P1 sprint wrapper (predict_halflife/admet) 통합은 Task #52 (이월)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A-05 — SST14 reference dG (n≥10)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SST14 원형(AGCKNFFWKTFTSC)을 SSTR2(7XNA)에 n≥10회 도킹 → 평균/표준편차 dG 산출 + reference 값 저장. 변이 후보 평가 기준선 제공.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 ≥ 10 도킹 실행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mean, std, 95% CI 통계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KPI: σ &lt;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reference JSON 저장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pharmacology_guards 등록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engineer-backend 직접 main push (8e7e1cc)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 = 10 FlexPepDock + InterfaceAnalyzer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mean ΔG = 553.857 REU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σ = 4.024 (KPI σ&lt;5 충족 ✓)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95% CI [550.978, 556.735]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min/max 550.565 / 564.492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59/59 tests pass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data/somatostatin_receptor/SST14_SSTR2_reference_dG.json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pharmacology_guards.SST14_SSTR2_ref_ddg_flexpep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run_sst14_reference_docking.py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커밋 8e7e1cc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complex 부재로 양수 ΔG (553.857) — 절대값 신뢰 불가, 상대 비교만 유효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A-06 — Diffusion 도킹 PoC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DiffDock(또는 유사 디퓨전 모델)을 SSTR2-SST14 complex에 적용. PyRosetta/Boltz와 비교. 정밀도/속도/신뢰도 평가 후 도입 가치 보고.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Diffusion 모델 SSTR2-SST14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PyRosetta/Boltz 비교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시간/정확도/SS bond 지원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도입 권고 (운영/PoC/미도입)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engineer-backend 직접 main push (6054ea9)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DiffPepBuilder v1 모델 사용 (1.2GB)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10 포즈 생성 77.9초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inter-pose Cα RMSD 0.36-2.26Å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3 engine 비교: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FlexPepDock 6-13초 (Rosetta ddG)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Boltz 60-90초 (iPTM)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DiffPepDock 77.9초 (점수 없음)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pipeline_local/scripts/run_diffpepdock_inference.py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run_diffpepdock_poc.py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runs_local/diffdock_poc/poc_report.{json,md}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12/12 tests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커밋 6054ea9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openmm GLIBCXX_3.4.30 비호환 → postprocess 비활성화 (engineer-infra 후속)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A-07 — GPU 인프라 견적 수집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H100 NVL ×4 또는 추가 GPU 견적 비교 자료 정리. 실 구매·결재는 사용자(서호성/안기범) 책임. 견적 자동화 + 시스템 점검만 수행.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벤더별 견적 표 (NVIDIA, SuperMicro, Dell)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단가, 리드타임, NVLink 여부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현 워크로드 적합 옵션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시스템 점검 결과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engineer-infra 완료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점검: H100 NVL ×4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GPU 0/1: 87GB 점유 (컨테이너)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GPU 2/3: 14MiB 유휴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NVLink 없음 (SYS topology)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→ 120GB+ 모델 단일 GPU 불가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즉시 가능: CUDA_VISIBLE_DEVICES=2,3 (192GB)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견적 템플릿: DGX H100 ~4.8-5.5억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자체 빌드 H100 SXM ×8 ~2.0-2.7억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sod-2026-05-19-A07-gpu-infra-quote.md (13KB)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견적 체크리스트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시스템 점검 보고서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△ 부분 달성  ·  갭: 벤더 실 견적 수집은 사용자 책임 (~/.zshrc 192GB는 사용자가 이미 설정)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A-08 — 회의 당일 삭제됨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정상 종료 (실수 누락 아님)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365760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원본 항목 (PDF §3 Action Items, p.5)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"라이브러리 서버 마이그레이션 완료 및 검증" (담당: AI팀)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10698480" cy="457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삭제 사유 (PDF §2.3, p.4 + §4 수행 가이드, p.9)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외부망 서버(H100 ×8장)에 전체 시스템 배포 완료로 본 항목은 삭제 처리한다.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§3 표 비고: "완료/불요" — 취소선(strikethrough) 처리됨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정상 종료 — prompts/A-08_prompt.md 부재가 정상 상태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A-09 — 최종 후보 3-4개 + 합성 의뢰서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A-04 composite_scorer 결과 기반 최종 후보 3-4개 선정 + 합성 의뢰서 작성. Gate-2 진입 준비 완료. h0/h1 가설 + 검증 protocol + acceptance criteria + timeline 포함.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후보 3-4개 선정 (Tier S 우선)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다양성 확보 (hamming 분포)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합성 의뢰서 각 후보별 1건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wetlab BE 통합 검증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#63 머지 — reviewer-pharma 검증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4 후보 선정: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PRST-001 (Tier S, WSS=1.000)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  AGCKNIIWKTITSC, ΔG -105.5, rad=1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PRST-002 (Tier B, WSS=0.582)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PRST-003 (Tier B, K4→R, N-말단 DOTA 전용)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PRST-004 (Tier B, WSS=0.365)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Hard Cutoff 5게이트 4/4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H-06 HEURISTIC 가드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D-AA HIGH-BLOCKER 반영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runs_local/final_candidates/synthesis_orders/PRST-{001,002,003,004}.md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sod-2026-05-19-A09-final-candidates-synthesis.md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다양성 86% (목표 80% 미달 — 14aa 구조 제약, A-09 정책상 WARN 후 진행)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A-10 + Gate-2 진입 로드맵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SSTR3 fix → 5종 정렬 활성화 + 다음 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2743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A-10 SSTR3_8XIR 도킹 fix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원본 요구: SSTR3 PDB 전처리 + 도킹 정상화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실행 결과 (PR #60)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chain B 선택 패치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23+1 tests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boltz env smoke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ddg=-92.09, iptm=0.9209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A-01 SSTR3 정렬 활성화 가능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달성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Gate-2 로드맵 (RI팀)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PRST-001~004 합성 (Peptron, 4-6주)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SSTR1-5 binding Ki (n=3×3 biological)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 pepADMET 예측 × 실측 상관 분석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4. V-A09-01/03/05/06 모두 해결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5. Gate-3 진입 (¹⁷⁷Lu 라벨링 + in vivo PK)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미진 — wet-lab Gate-2 의존 (자동화 불가)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V-A09-01: PRST-001 F6→I 치환 시 SSTR2 Ki 변화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49834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V-A09-03: pepADMET selectivity margin × 실측 Ki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V-A09-05: predict_half_life() ranking wet-lab 검증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548640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V-A09-06: Boltz2 ΔG -105.5 × 실험 IC50/Ki 상관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4건 모두 wet-lab Ki/IC50 측정 후 자동 해결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3-Layer Ensemble + 후속 PR — 브리지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#85·#108·#109·#111·#112·#113 (문서·코드 근거만)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슬라이드 14–18: 재검증 Markdown·EOD 수치만 (할루시네이션 금지). 슬라이드 19–20: D-6 매트릭스·6월 로드맵 보강.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45262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47088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PRST pepADMET: 의뢰서 0.10~0.25 vs pepADMET 재측 binary_toxicity=1.00 — 양측 수치 모순 보존 (§매트릭스 2026-05-21)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2505456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 #113 (merge f72c48e): 재훈련 + OOD(Mahalanobis·MC Dropout) — sanity Octreotide 0.132, SST-14 0.402, PRST 간 max-min 0.217 간신히, PRST 4건 예측 동일값 (ranking만, in vitro 필수)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3163824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 #111: PRST 종합 매트릭스 + `_workspace/admet_ai_local/charts/` ADMET-AI 시각화 (raw JSON 근거)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3822192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Layer 2 PR #112: Spearman ρ=0.571, R²=0.022 (순위 신호 보강) — 여전히 Hard Cutoff 직결 금지 (슬라이드 17 부록)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4480560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 #108: composite_scorer fallback WARN + cyclic SS-bond OOD 가드 · PR #109: silent (0.0) fallback 제거(부분) — selectivity K-1/K-2(Task #14) 본체는 잔존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5138928"/>
            <a:ext cx="10881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운영: 단독 Gate 금지 · 다중 도구 견제 + wet-lab (MEETING_PREP §4 Q1~Q8과 정합)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PRST-001~004 pepADMET 재검증 + PR #113 OOD·재훈련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_workspace/pepadmet_local/PRST-candidates_revalidation_2026-05-20.md · EOD action-items-closure 2026-05-21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합성 의뢰서 ADMET 수치는 pepADMET 실측이 아닐 수 있음: CSV 0.10/0.12/0.20/0.25 + enrichment "admet wrapper returned no toxicity score" → composite 입력/fallback 전파 가능성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2011680"/>
                <a:gridCol w="69494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후보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의뢰서값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binary_toxicity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toxicity / neuro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PRST-001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0.10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1.00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hemostasis / Na_inhibitor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PRST-002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0.12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1.00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hemostasis / Na_inhibitor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PRST-003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1.00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hemostasis / Na_inhibitor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PRST-004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0.25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1.00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hemostasis / Na_inhibitor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21868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막대: 동일 스케일(0–1) 비교 · pepADMET 재추론(4건 available: true). 상단 표는 문서 기록값 그대로.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3456432"/>
          <a:ext cx="11338560" cy="1719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5230368"/>
            <a:ext cx="1124712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7"/>
          <p:cNvSpPr/>
          <p:nvPr/>
        </p:nvSpPr>
        <p:spPr>
          <a:xfrm>
            <a:off x="566928" y="5248656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#113 (머지 f72c48e): 재훈련 GNN + `pipeline_local/pepadmet_ood/ood_detection.py`(Mahalanobis·MC Dropout). Sanity(EOD 기록): Octreotide≈0.132, SST-14≈0.402; PRST-001~004 예측 동일≈0.402, 후보 간 max-min≈0.217(간신히). 외삽·OOD 한계 여전 — ranking·경고 신호만, 단독 합성 근거 금지·in vitro 교차검증 필수(PR disclaimer와 동일).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457200" y="5779008"/>
            <a:ext cx="11247120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" y="5797296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결론: 의뢰서 저독성 수치와 pepADMET 1.00을 함께 보존(매트릭스 문서화). CSV hard_cutoff_pass=True 와 재측값은 상충 가능. PR #113으로 동일 신호(1.00) 과신은 완화되나 PRST 간 분해능 약함·절대 독성 단정 불가.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1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3-Layer Ensemble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라우터 자동 분기 — 코드: pipeline_local/scoring/ensemble_router.py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57600" cy="49834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498348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898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L-aa / 선형 우선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PlifePred(확률)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HLE (wrapper 경로)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blood / half-life 계열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977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비고: Hour ensemble는 도구별 가용성에 따라 가중 — 문서 2026-05-20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51960" y="1325880"/>
            <a:ext cx="3657600" cy="49834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325880"/>
            <a:ext cx="73152" cy="4983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3898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D-AA / Cyclic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로컬 PEPlife2 → GAT 회귀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conda 격리 subprocess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등급 P4 (test R²&lt;0)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325880"/>
            <a:ext cx="3657600" cy="49834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325880"/>
            <a:ext cx="73152" cy="4983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3898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178308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DOTA conjugate / 소분자형 입력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ADMET-AI (사전학습)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CPU 추론·104 endpoint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외삽 가드 H-06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57607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라우터(텍스트 트리): 입력(서열·수식어) → (DOTA?) L3 : (D-AA/환형?) L2 : L1 → ensemble_halflife / ADMET 보조 출력 (가드 플래그와 함께)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1 — 정직한 보고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_workspace/plifepred_hour_conversion_2026-05-20.md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447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PlifePred2 / Halflife 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PyPI·설치 소스: CSV "Halflife" = Predicted probability (시간 아님)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일반 입력: predict_proba → rank-only; predicted_hours는 기본 None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SST-14 단 한 점: calibration_table → 3 min 벤치 = 0.05 h (NCBI Bookshelf/StatPearls 1–3 min 인용 범위)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4983480"/>
            <a:ext cx="5486400" cy="411480"/>
          </a:xfrm>
          <a:prstGeom prst="rect">
            <a:avLst/>
          </a:prstGeom>
          <a:solidFill>
            <a:srgbClr val="9C939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01091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Score→시간 임의 스케일링 없음 (정직)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4447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HLE · pepADMET blood / half-life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87452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HLE 및 pepADMET blood/half-life 모듈: 본 문서 시점에서 "시간(h) 합의 출력" unavailable 또는 제약 (Four-Benchmark / wrapper 경로)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Octreotide/Lanreotide/RC-160: 비표준 잔기·환형 → 시간 환산 보고 불가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D-AA·도메인 이슈는 A-02 follow-up에 이미 문서화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2 — PEPlife2 / pepMSND · P4 + PR #112 부록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_workspace/pepmsnd_local/training_2026-05-20.md · eod-2026-05-21-orchestrator-3layer-and-followup.md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70916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44752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데이터: PEPlife2 병합 id 기준 4500건; API chiral 필드 D=25건 — 문서 "213건"과 불일치 → 정의/버전 검증 필요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21792" y="2103120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공식 PepMSND Models/model.py: BCE·3D PDB 필수 → 본 세션 데이터와 비호환 → PyG GAT 백본만 차용한 log1p 회귀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21792" y="2761488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초기 hold-out (문서 2026-05-20 / PR #85 시점): R² = -0.0283, Spearman ρ = -0.1191 — 예측력 없음에 가깝다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21792" y="3419856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부록 — PR #112 재학습(EOD 2026-05-21): Spearman ρ = 0.571, R² = 0.022 — 순위(ranking) 신호 큰 개선; 반감기 절대값 회귀는 여전히 Hard Cutoff·Gate 직결 금지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21792" y="4078224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DGL/libnvrtc: GraphBolt 로드 실패 사례 → PyG SMILES 경로 사용; env 정비·재학습은 6월 로드맵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21792" y="4736592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PRST-001~004 추론 ~1.83 h + ENDPOINT_CONFIDENCE grade P4(이전 문서) — 운영: 보조 지표 전용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57200" y="5742432"/>
            <a:ext cx="11247120" cy="47548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57607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운영: 보조 지표 전용 · pharmacology_guards ENDPOINT_CONFIDENCE P4 (Hard Cutoff 반영 금지). PR #112는 부록 수치 인용.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3 — ADMET-AI · PR #111 차트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installation_test_2026-05-20.md · PRST_comprehensive_matrix_2026-05-21.md · charts/README.md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47120" cy="1115568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11018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PRST-001~004 + Octreotide — CPU 추론 ok=True, endpoints=104 (표) · 104×5=520 스칼라 (문서 산술)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매 compound extrapolation_warning=True, recommended_for_decision=False (H-06)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우측: matplotlib `admet_ai_tier_scatter_…png` — tier 라벨은 tier_*_candidates.csv (PR #111)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42032"/>
          <a:ext cx="6629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60120"/>
                <a:gridCol w="1143000"/>
                <a:gridCol w="2697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compound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ok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endpoints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predict_sec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PRST-001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0.301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PRST-002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0.239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PRST-003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0.278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PRST-004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0.285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Octreotide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0.201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home/dongjukim/Documents/workspace/repos/SST14-M_scr/_workspace/admet_ai_local/charts/admet_ai_tier_scatter_toxicity_vs_absorption_pro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487168"/>
            <a:ext cx="4526280" cy="2542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5010912"/>
            <a:ext cx="6629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GPU used: False · init ~0.14 s (설치 테스트 문서).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315200" y="5047488"/>
            <a:ext cx="45262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H-06: ADMET-AI LOW-confidence extrapolation — raw ≠ measurement (차트·README)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2" name="Text 8"/>
          <p:cNvSpPr/>
          <p:nvPr/>
        </p:nvSpPr>
        <p:spPr>
          <a:xfrm>
            <a:off x="594360" y="5449824"/>
            <a:ext cx="10972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3-Layer + PR #111 시각화로 Layer3를 한눈에. 단독 결정 금지 — 다중 도구 견제 + wet-lab (MEETING_PREP §4 Q1·Q7).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0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핵심 결함 — 처리 매트릭스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PRST_comprehensive_matrix_2026-05-21 · EOD action-items-closure · eod-2026-05-21-master-integrated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의뢰서 ADMET=0.10~0.25(전파/fallback 가능)과 pepADMET 재측 1.00을 동시에 보존 — 어느 한쪽으로 덮어쓰지 않음.</a:t>
            </a:r>
            <a:endParaRPr lang="en-US" sz="10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19072"/>
          <a:ext cx="112471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892040"/>
                <a:gridCol w="4663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항목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실측·문서 근거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처리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ADMET 수치 이중성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의뢰서 전파 0.10~0.25 vs pepADMET binary_toxicity 1.00 (재검증 MD)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 #108 WARN + PR #113 재훈련·OOD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Hard Cutoff 상충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CSV hard_cutoff_pass=True vs 재측 1.00 — 매트릭스 §Hard Cutoff 모순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회의에서 게이트 정의 분리·해석 공유 (Q7)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pepADMET OOD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학습 도메인 밖·PRST 구별력 약함 (EOD sanity max-min 0.217)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ranking·경고만, in vitro 필수 (PR #113 disclaimer)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K-1 / K-2 selectivity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run 디렉터리 정렬·candidate_pdb 미사용 (EOD §4)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Task #14; PR #109 silent 0.0 제거 = 부분 fix, 본체 잔존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87568"/>
            <a:ext cx="11247120" cy="749808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5742432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정직성: 외삽·OOD 한계를 발표에서 먼저 밝힘. 수치는 문서·JSON·EOD에 있는 것만 인용.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6월 회의 로드맵 (제안)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MEETING_PREP §4 Q8 · 인프라·RI 결정 필요 항목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70916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08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DGL libnvrtc 환경 정비 + Layer 2(PEPlife2 / pepMSND) 재학습 — Q6·Q8과 정합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532888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HBM(High-quality bench) 데이터 — pepADMET 저자 문의 메일 발송 여부 결정 (A-03 초안: docs/meet_log/.../A-03_pepadmet_author_email_draft.md)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557016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 PRST-001 (및 후보) wet-lab assay 범위·발주 결정 — Gate-2·Q7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4581144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4. A-02 D-AA: 자체 모델 구축 승인 vs 실측 병행 — RI 의사결정 (도구 0개 블로커)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715000"/>
            <a:ext cx="11247120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5760720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목표: 6월에는 “실측으로 보정되는 의사결정 루프” 중심 보고 (MEETING_PREP Q8).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추가 의제 — 슈뢰딩거 도입 검토 (6월 회의까지)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Critical 의제 · KAERI 라이센스 미보유 확인 → 도입 검토 필요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사용자 확인: KAERI Schrödinger 라이센스 미보유. 비용·일정은 영업 연락 및 KAERI 행정 검토 후 확정 가능.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2224"/>
          <a:ext cx="6629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78892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현 도구 한계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슈뢰딩거 모듈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 ADMET=1.00 OOD 외삽 (Layer 3)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BioLuminate (물리 기반, 학습 도메인 X)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Layer 2 R²=0.022 실력 부족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Desmond MD 직접 t½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HLE 회귀 계수 부재 (Layer 1)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슈뢰딩거 in silico HLE assay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DiffPepDock SS bond X (A-06 NOT_RECOMMENDED)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Glide cyclic peptide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OpenMM/OpenFE 학습 곡선 (A-05 §Step 6)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FEP+ 즉시 사용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FlexPepDock vs Boltz-2 단위 충돌 (A-05)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Glide SP/XP 표준</a:t>
                      </a:r>
                      <a:endParaRPr lang="en-US" sz="89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792224"/>
          <a:ext cx="43891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240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회의 단계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슈뢰딩거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(1) Specificity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Glide SP/XP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(4) Lead Compound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MM-GBSA (Prime)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(5) AA Modification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BioLuminate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(6) RI 표지 후 MD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Desmond + FEP+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(7) 제형 안정성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WaterMap</a:t>
                      </a:r>
                      <a:endParaRPr lang="en-US" sz="92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069080"/>
            <a:ext cx="6629400" cy="1481328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4069080"/>
            <a:ext cx="73152" cy="1481328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1" name="Text 7"/>
          <p:cNvSpPr/>
          <p:nvPr/>
        </p:nvSpPr>
        <p:spPr>
          <a:xfrm>
            <a:off x="621792" y="4133088"/>
            <a:ext cx="6263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도입 검토 항목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21792" y="4443984"/>
            <a:ext cx="62636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라이센스 모델: 학술 vs 상업, 노드 수, 모듈별 cost-benefit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Schrödinger Korea 영업 연락: 사용자 책임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KAERI 행정 절차: 외부 SW 도입 승인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학습 곡선: 1~3개월 권고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A-07 GPU 견적과 연결: Desmond/FEP+ GPU 가속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7315200" y="4069080"/>
            <a:ext cx="4389120" cy="1481328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14" name="Text 10"/>
          <p:cNvSpPr/>
          <p:nvPr/>
        </p:nvSpPr>
        <p:spPr>
          <a:xfrm>
            <a:off x="7479792" y="413308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의사결정 요청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479792" y="4498848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6월 회의까지 도입 검토 진행 동의?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책임: KAERI 행정 + 사용자 + AI팀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산출: 견적, 모듈 범위, 일정, GPU 연계 검토</a:t>
            </a:r>
            <a:endParaRPr lang="en-US" sz="1020" dirty="0"/>
          </a:p>
        </p:txBody>
      </p:sp>
      <p:sp>
        <p:nvSpPr>
          <p:cNvPr id="16" name="Shape 12"/>
          <p:cNvSpPr/>
          <p:nvPr/>
        </p:nvSpPr>
        <p:spPr>
          <a:xfrm>
            <a:off x="457200" y="5760720"/>
            <a:ext cx="1124712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3"/>
          <p:cNvSpPr/>
          <p:nvPr/>
        </p:nvSpPr>
        <p:spPr>
          <a:xfrm>
            <a:off x="594360" y="5797296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권고: 5월 회의에서 의제로 승인 → 6월 회의까지 KAERI 행정·견적·모듈 범위 검토 결과 보고.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5"/>
          <p:cNvSpPr/>
          <p:nvPr/>
        </p:nvSpPr>
        <p:spPr>
          <a:xfrm>
            <a:off x="365760" y="6629400"/>
            <a:ext cx="9235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Deck 2026-05-28 D-2 + Schrödinger 의제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21 / 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Items 9건 — Audit · D-2 갱신 (Schrödinger 의제, 2026-05-28 회의 준비)</dc:title>
  <dc:subject>PptxGenJS Presentation</dc:subject>
  <dc:creator>PRST_N_FM Team</dc:creator>
  <cp:lastModifiedBy>PRST_N_FM Team</cp:lastModifiedBy>
  <cp:revision>1</cp:revision>
  <dcterms:created xsi:type="dcterms:W3CDTF">2026-05-26T11:37:51Z</dcterms:created>
  <dcterms:modified xsi:type="dcterms:W3CDTF">2026-05-26T11:37:51Z</dcterms:modified>
</cp:coreProperties>
</file>