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변이 다양성 비교 (높을수록 drug-design 적합)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Hamming distance from SST-14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blosum</c:v>
                  </c:pt>
                  <c:pt idx="1">
                    <c:v>esm_scan</c:v>
                  </c:pt>
                  <c:pt idx="2">
                    <c:v>proteinmpnn</c:v>
                  </c:pt>
                  <c:pt idx="3">
                    <c:v>dual_b1_b2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1.12</c:v>
                </c:pt>
                <c:pt idx="1">
                  <c:v>2</c:v>
                </c:pt>
                <c:pt idx="2">
                  <c:v>7.6</c:v>
                </c:pt>
                <c:pt idx="3">
                  <c:v>7.32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SSTR2 정렬 RMSD (목표 ≤ 4.0 Å, 전체 충족)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RMSD (Å)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SSTR1
(9IK8)</c:v>
                  </c:pt>
                  <c:pt idx="1">
                    <c:v>SSTR3
(8XIR)</c:v>
                  </c:pt>
                  <c:pt idx="2">
                    <c:v>SSTR4
(7XMT)</c:v>
                  </c:pt>
                  <c:pt idx="3">
                    <c:v>SSTR5
(8ZBJ)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3.125</c:v>
                </c:pt>
                <c:pt idx="1">
                  <c:v>3.086</c:v>
                </c:pt>
                <c:pt idx="2">
                  <c:v>3.019</c:v>
                </c:pt>
                <c:pt idx="3">
                  <c:v>2.77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pepADMET HBN (min)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SST-14</c:v>
                  </c:pt>
                  <c:pt idx="1">
                    <c:v>Octreotide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14.484</c:v>
                </c:pt>
                <c:pt idx="1">
                  <c:v>84.008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실측 t½ (min)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SST-14</c:v>
                  </c:pt>
                  <c:pt idx="1">
                    <c:v>Octreotide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 종합 보고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Gate-2 진입 준비 완료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머지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41148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01168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완료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41148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3566160" y="5029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후보 (PRST-001~004)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session · ~10h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 단일 세션 — Phase 1/2 + Action Items 9건 + BLOSUM 5 Phase 완성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머지 누적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세션 20 + 직접 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71600"/>
            <a:ext cx="9144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완료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회의 기준 (A-08 삭제 포함)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71600"/>
            <a:ext cx="9144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Phase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BLOSUM 재설계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→ dual_b1_b2 (drug-design)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37160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371600"/>
            <a:ext cx="9144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3726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후보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7260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PRST-001 Tier S + 002/003/004 Tier 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결정 사항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434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BLOSUM은 평가만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변이 생성은 dual_b1_b2 (ProteinMPNN ∪ ESM-Scan) — drug design 적합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846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Selectivity 풀스택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 FlexPepDock 실 inference 활성화 — stub: false 확인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257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5257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DiffDock NOT_RECOMMENDED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bond 미지원 + 친화도 점수 없음 — Boltz+FlexPepDock 유지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669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5669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PRST-001 Tier 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976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AGCKNIIWKTITSC, WSS=1.000, ΔG=-105.5 REU, radiolysis_count=1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 9건 — 모두 완료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회의 기반 (A-08은 회의 당일 삭제)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57600"/>
                <a:gridCol w="1828800"/>
                <a:gridCol w="1371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/ 커밋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 site-directed docking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RMSD 2.77-3.13Å (5종 정렬)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혈청 반감기 도구 7종 비교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D-AA HIGH-BLOCKER 확정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정확도 검증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"Fab-ADMET" 오기재 확정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복합 스코어링 (Tier S/A/B/FAIL)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WSS+Pareto, 73 tests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SST14 reference dG (n=10)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8e7e1cc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553.857 REU, σ=4.024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PoC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6054ea9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NOT_RECOMMENDED (SS bond 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견적 + 점검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2,3 = 192GB 활용 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(삭제됨)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회의 당일 삭제 (H100×8 배포)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후보 + 합성 의뢰서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reviewer-pharma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PRST-001~004 (Tier S/B/B/B)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SSTR3_8XIR docking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선택 + 24 tests, smoke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Selectivity 풀스택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 5/15 시작 → 오늘 PR #41-#49 통해 BE+FE+PyRosetta 완성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아키텍처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/manual-selectivity 페이지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ArchivesTopKSlider + HeuristicBanner + SSTR1-5 체크박스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/api/flexpepdock/jobs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 + worker + ETA 학습 + 동시 1개 lock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 FlexPepDocking + InterfaceAnalyzer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inference (stub: false 확인)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297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selectivity_matrix per SSTR1-5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wetlab order 직접 생성 (cand03 제한 해제)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PR (오늘 5/19까지 8건)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5303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8288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FlexPepDock BE 큐+워커+ETA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60/60 tests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651760"/>
            <a:ext cx="5303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6517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651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ManualSelectivityPage FE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wetlab 통합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474720"/>
            <a:ext cx="5303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47472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474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9808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flexpep_dock.py wrapper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false 활성화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4297680"/>
            <a:ext cx="5303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429768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297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wetlab cand03 제한 해제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Selectivity 통합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BLOSUM 변이 전략 재설계 — 5 Phase 완성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#54-#59 — "BLOSUM은 평가만" 사용자 결정 적용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945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1945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모듈화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registry + blosum 이전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109728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697480" y="2423160"/>
            <a:ext cx="91440" cy="365760"/>
          </a:xfrm>
          <a:prstGeom prst="rtTriangl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0" y="1371600"/>
            <a:ext cx="21945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371600"/>
            <a:ext cx="21945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ESM-Scan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036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scoring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ESM-2 LM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246120"/>
            <a:ext cx="109728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029200" y="2423160"/>
            <a:ext cx="91440" cy="365760"/>
          </a:xfrm>
          <a:prstGeom prst="rtTriangl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0" y="1371600"/>
            <a:ext cx="21945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371600"/>
            <a:ext cx="21945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ProteinMPNN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1208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peptide-only fallback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246120"/>
            <a:ext cx="109728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7360920" y="2423160"/>
            <a:ext cx="91440" cy="365760"/>
          </a:xfrm>
          <a:prstGeom prst="rtTriangle">
            <a:avLst/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2360" y="1371600"/>
            <a:ext cx="21945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371600"/>
            <a:ext cx="21945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DualB1B2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4380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ProteinMPNN ∪ ESM-Scan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정책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01000" y="3246120"/>
            <a:ext cx="109728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 rot="5400000">
            <a:off x="9692640" y="2423160"/>
            <a:ext cx="91440" cy="365760"/>
          </a:xfrm>
          <a:prstGeom prst="rtTriangle">
            <a:avLst/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9784080" y="1371600"/>
            <a:ext cx="21945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1371600"/>
            <a:ext cx="21945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9784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87552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실험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87552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strategy 비교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default 결정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32720" y="3246120"/>
            <a:ext cx="109728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1033272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#58+#59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도메인 지적 (2026-05-19)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“보수 진화 탐색... 블로섬 기반으로 탐색 → 약품용 합성 펩타이드 탐색에 부적합 아님?”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BLOSUM은 자연 진화 mutation 빈도 기반 — drug design 공간(D-AA, NMe, retro-inverso) 못 봄.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default = dual_b1_b2 (structure-aware ProteinMPNN ∪ sequence-context ESM-Scan)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Strategy A/B 실험 — Hamming Distance + 다양성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seed AGCKNFFWKTFTSC, max_variants=50, fixed_positions 보존 100%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59436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별 메트릭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esm_scan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proteinmpnn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dual_b1_b2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675120" y="4114800"/>
            <a:ext cx="5029200" cy="2286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0" y="4206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default 결정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58000" y="4617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dual_b1_b2 ★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6858000" y="5212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(ProteinMPNN) + sequence-context (ESM-Scan)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가장 광범위 drug-design 공간 탐색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0" y="5989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적용: pipeline_config_local.yaml strategy 키 (PR #59)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라이트 모드 가시성 — ~1,300건 일괄 토큰화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보고 → reviewer-uiux 분석 → mechanical fix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처리 규모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slate-*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431 →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901952"/>
            <a:ext cx="27432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색조-300/400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 → 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404872"/>
            <a:ext cx="2367681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hex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→ 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907792"/>
            <a:ext cx="1082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bg-black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410712"/>
            <a:ext cx="6365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text-white (의도)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3913632"/>
            <a:ext cx="31824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OKLCH 토큰 명도 조정 (WCAG AA)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--accent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 → 0.50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3.53 → 5.13 :1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→ 0.47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3.16 → 4.80 :1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--warn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 → 0.50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3.05 → 4.81 :1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→ 0.47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3.59 → 5.24 :1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PR (5건 머지)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630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P1B 등급 C 11 컴포넌트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1208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P0 Tooltip + text-dim 상향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9611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P1A Recharts hex → CSS var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5577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463040" y="5577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라이트 모드 가시성 ~1,300건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80560" y="5577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12080" y="5577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+ 카드 라이트 모드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5577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961120" y="5577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ToggleGroup active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A-01 SSTR site-directed docking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 포켓 좌표 + 5종 정렬 — PR #61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SSTR2 결합 포켓 (7XNA)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coordinates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(-5.595, -28.626, 52.210)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/ Box 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13.0 Å / 26.1 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잔기 (TM5+TM6)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205, 208, 209, 212, 272, 273, 276, 279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217920" y="137160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도구: PyMOL cealign (TM-align 미설치 fallback) · 산출물: data/somatostatin_receptor/{SSTRN}_aligned.pdb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A-04 복합 스코어링 + Tier 분류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#62 — composite_scorer + radiolysis_scorer, 73 tests pass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Cutoff 5게이트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6400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-95.024 REU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6400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423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100× (SSTR1/2)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6400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민감 잔기 ≤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6400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11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admet_tox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611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pepADMET ≤ 0.3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6400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 index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&lt; 40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분류 (smoke test, 11 후보)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2376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후보 (9%)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0" y="1828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게이트 PASS + Pareto front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2606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2376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후보 (0%)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0" y="2606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3832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2376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후보 (46%)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0" y="3383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게이트 통과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416052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223760" y="4160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후보 (45%)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0" y="4160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Cutoff 위반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핵심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56235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non-dominated sort (O(n²M) 자체 구현, pymoo 의존성 X)  ·  WSS = ΣWi·Mi (ENDPOINT_CONFIDENCE 가중치)  ·  ¹⁷⁷Lu radiolysis: F/W 민감, Cys3-Cys14 SS bond 예외  ·  A-09 자동 입력 생성 (tier_s_candidates.csv)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A-05 SST14 reference dG (n=10)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FlexPepDock + InterfaceAnalyzer · KPI σ&lt;5 충족 · 커밋 8e7e1cc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ΔG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553.857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 (Rosetta Energy Unit)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4.024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σ &lt; 5  ✓  충족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[550.978, 556.735]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알려진 한계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5486400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87452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SST14 reference complex 부재 → Fallback 모드 → 양수 ΔG (553.857 REU). 절대값 신뢰 불가, **상대 비교만 유효** (candidate.ΔG &lt; 553.857 → SST-14 대비 유리한 결합).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활용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548640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2976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pharmacology_guards.SST14_SSTR2_ref_ddg_flexpep 등록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A-04 composite_scorer ΔG 게이트 자동 비교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PRST-001~004 모든 후보 SST-14 대비 우월 (ΔG -105 ~ -99 REU)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A-02/A-03 핵심 발견 — pepADMET D-AA HIGH-BLOCKER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Octreotide/Lanreotide ADMET 예측 도구 부재 확정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HIGH-BLOCKER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D-아미노산 half-life 예측 불가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테스트 결과 (2026-05-19, pepADMET 웹서버)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200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엔드포인트: natural seq 전용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703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40종 중 D-AA 0개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206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bond 항목 0개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709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비표준 AA "B" → silent error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5212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환형 SMILES → 서버 파싱 오류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SST-14 예측값 vs 실측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400800" y="182880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400800" y="4709160"/>
            <a:ext cx="530352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4800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83680" y="507492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D-AA 후보(Octreotide·Lanreotide): pepADMET 적용 금지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L-AA 후보: 상대 순위만 허용 (절대값 4.83× 과대)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자체 D-AA 모델 개발 (ToxTeller fine-tune, CC-BY)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A-06 DiffPepDock PoC — NOT_RECOMMENDED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OK · 실행 OK · 그러나 SS bond + 친화도 점수 부재로 기각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docking engine 비교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3716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엔진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런타임 (10 포즈)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친화도 점수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 bond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FlexPepDock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6~13초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Rosetta ddG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60~90초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ipTM (0~1)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DiffPepDock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미지원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DiffPepDock 산출 메트릭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포즈 생성, inter-pose Cα RMSD 0.36 ~ 2.26 Å (평균 0.75 Å)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openmm GLIBCXX_3.4.30 비호환 → postprocess 비활성화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0" y="1920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NOT_RECOMMENDED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58368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 사유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31089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SST14 Cys3-Cys14 SS bond 미지원 — pharmacophore 재현 불가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친화도/신뢰도 점수 없음 — 후보 순위화 불가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openmm 비호환 — postprocessing 전면 비활성화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5120640"/>
            <a:ext cx="493776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Boltz + FlexPepDock 현 파이프라인 유지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A-09 최종 후보 4개 — Gate-2 진입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#63 · composite_scorer Tier S/A/B/FAIL 결과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2286000"/>
                <a:gridCol w="914400"/>
                <a:gridCol w="914400"/>
                <a:gridCol w="1188720"/>
                <a:gridCol w="118872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서열 (14aa)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 (REU)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PRST-001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AGCKNIIWKTITSC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PRST-002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AGCKNFIWKTITSC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PRST-004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AICKNFIWKTITSC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PRST-003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AGCRNFIWKTITSC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K4→R, N-말단 DOTA 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결과 (전 후보)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074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Hard Cutoff 5게이트 전항목 PASS (4/4)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5074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pharmacology_guards 39/39 회귀 테스트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5486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H-06 HEURISTIC + D-AA HIGH-BLOCKER 가드 강제 적용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5486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SST-14 ref ΔG (-95.024 REU) 대비 모두 우월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PRST-001 상세 — Tier S 후보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AGCKNIIWKTITSC · F6→I + F11→I, FWKT 중 W/K/T 보존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508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1  2  3  4  5  6  7  8  9 10 11 12 13 14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SST-14 (WT)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G  C  K  N  F  F  W  K  T  F  T  S  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PRST-001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G  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 N 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W  K  T 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S  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3337560" y="301752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301752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(Boltz REU)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-105.5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6217920" y="301752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017520"/>
            <a:ext cx="27432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radiolysis count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9098280" y="3017520"/>
            <a:ext cx="27432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3017520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(SSTR1/2)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250×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근거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25780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F6→I, F11→I: ¹⁷⁷Lu radiolysis 민감 Phe 잔기 2개 제거 (radiolysis count 6 →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FWKT 중 W8/K9/T10 보존 — SSTR2 binding pharmacophore 유지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Cys3-Cys14 SS bond 보존 (환형 구조 + 안정성)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§검증: V-A09-01 — F6→I 치환이 SSTR2 binding에 미치는 영향 wet-lab Ki 측정 HIGH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미진 사항 — V-검증 HIGH 6건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 wet-lab Gate-2 단계에서 RI팀이 처리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669280"/>
                <a:gridCol w="228600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V-A09-01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PRST-001 F6→I 치환 시 SSTR2 Ki 실측 변화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(wet-lab)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RI팀 (Gate-2)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V-A09-03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selectivity margin × 실측 Ki 상관 검증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(wet-lab)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RI팀 (Gate-2)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V-A09-05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predict_half_life() ranking 순서 wet-lab 검증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(wet-lab)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RI팀 (wet-lab 병행)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V-A09-06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Boltz2 ΔG -105.5 REU × 실험 IC50/Ki 상관 (최소 1건)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(wet-lab)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AI팀 + RI팀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논문 전문 접근 (DOI 10.1021/acs.jcim.5c02518 paywall)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(저자 문의)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reviewer-pharma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D-AA Octreotide SMILES 테스트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A-02 follow-up 일부 해결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reviewer-chemistry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Gate-2 wet-lab 검증 계획 (RI팀)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PRST-001~004 합성 (Peptron, 4-6주)  →  ② SSTR1-5 binding Ki competition (n=3×3 biol)  →  ③ pepADMET 예측값 × 실측 상관 분석  →  ④ V-A09-01/03/05/06 모두 해결 → Gate-3 (¹⁷⁷Lu 라벨링 + in vivo)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SSTR2 AI Co-Scientist · 2026-05-19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Gate-2 진입 준비 완료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즉시 (이번 주)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65760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1089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PRST-001~004 합성 의뢰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Peptron 발주 + QC (HPLC, 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wetlab order BE 등록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RI팀 사전 협의 (PRST-003 K4→R)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377440"/>
            <a:ext cx="36576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중기 (4-6주)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9120" y="2834640"/>
            <a:ext cx="365760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10896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SSTR1-5 binding Ki (n=3×3)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7490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V-A09-01/03/05/06 해결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438912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pepADMET 예측값 상관 검증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502920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 → S 재분류 검토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21040" y="2377440"/>
            <a:ext cx="3657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장기 (3-6개월)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21040" y="2834640"/>
            <a:ext cx="365760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503920" y="31089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6968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¹⁷⁷Lu 라벨링 + in vivo PK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374904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6968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D-AA 자체 모델 (ToxTeller fine-tune)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3920" y="43891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86968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Boltz로 complex 생성 (Task #38)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502920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86968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취사선택 시스템 FE/BE (Task #39)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PRST_N_FM · pre-wet-lab AI screening · 2026-05-19 SOD orchestrator session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338560" y="6629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PRST_N_FM SOD 2026-05-19 — Action Items 종합 + Gate-2 진입</dc:title>
  <dc:subject>PptxGenJS Presentation</dc:subject>
  <dc:creator>PRST_N_FM Team</dc:creator>
  <cp:lastModifiedBy>PRST_N_FM Team</cp:lastModifiedBy>
  <cp:revision>1</cp:revision>
  <dcterms:created xsi:type="dcterms:W3CDTF">2026-05-19T12:13:56Z</dcterms:created>
  <dcterms:modified xsi:type="dcterms:W3CDTF">2026-05-19T12:13:56Z</dcterms:modified>
</cp:coreProperties>
</file>