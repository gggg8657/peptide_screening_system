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의뢰서 admet (전파값)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0.12</c:v>
                </c:pt>
                <c:pt idx="2">
                  <c:v>0.2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pepADMET binary_toxicity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PRST-001</c:v>
                  </c:pt>
                  <c:pt idx="1">
                    <c:v>PRST-002</c:v>
                  </c:pt>
                  <c:pt idx="2">
                    <c:v>PRST-003</c:v>
                  </c:pt>
                  <c:pt idx="3">
                    <c:v>PRST-004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요구 vs 실행 결과 —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2026-04-06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Deck 갱신일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2026-05-28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160520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발표 · D-8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437083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2026-05-28 (목)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482803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 / 9 종료 · PR #85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519379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Ensemble b2eb50a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(A-08 당일 삭제 반영)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1447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3-Layer Ensemble framework 완성. 시도한 도구·학습·외부 컨택 모두 정직히 보고. 단독 결정 X, 다중 도구 견제 + wet-lab 병행 권고.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 매트릭스 — 9건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요구 충족도 + 갭 + 후속 작업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188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 (요약)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갭 / 후속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정렬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TM-align 미설치 → PyMOL cealign 사용 (RMSD 2.77-3.13Å 충족)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혈청 반감기 도구 5종+ 비교 + 정확도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도구 7종 비교 완료, but D-AA 지원 도구 0개 (HIGH-BLOCKER)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"Fab-ADMET"=pepADMET 오기재 확정, D-AA 한계 식별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복합 스코어링 + Tier 분류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Pareto+WSS+Tier S/A/B/FAIL, 73 tests pass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dG (n≥10)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 553.857 σ=4.024 (KPI σ&lt;5 충족), complex 부재 한계 명시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도킹 PoC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평가 완료 → NOT_RECOMMENDED (SS bond X)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인프라 견적 수집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템플릿 + 점검 완료, 실 견적은 사용자 책임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(회의 당일 삭제)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N/A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외부망 H100×8 배포 완료로 불필요 — 정상 종료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3-4개 + 합성 의뢰서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PRST-001~004 (Tier S/B/B/B) + 의뢰서 4건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SSTR3_8XIR 도킹 fix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+ 24 tests, smoke ddg=-92.09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완전 달성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85216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△ 부분 달성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852160"/>
            <a:ext cx="27432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4944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✕ 미달성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2980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 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 site-directed docking + 5종 정렬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SSTR2(7XNA) 결합 포켓 중심 좌표 추출 + SSTR1/3/4/5 → SSTR2 구조 정렬. selectivity_runner.py에 binding pocket 정보 전달 인터페이스 추가.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핵심 잔기: TM5(205,208,209,212) + TM6(272,273,276,279).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선행: A-10 SSTR3 도킹 fix 필요.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binding_pocket_SSTR2.json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SSTR aligned.pdb 생성 (RMSD ≤ 4Å)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selectivity_runner 인터페이스 확장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step05b_selectivity 테스트 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머지 (5/19)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Center: (-5.595, -28.626, 52.210)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Radius: 13.0Å / Box: 26.1Å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 정렬 (PyMOL cealign):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SSTR1 RMSD 3.125Å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SSTR3 RMSD 3.086Å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SSTR4 RMSD 3.019Å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SSTR5 RMSD 2.770Å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모두 ≤4.0Å 충족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extract_binding_pocket.py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align_subtypes.py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selectivity_runner.py (get_pocket_center, get_gnina_config)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38/38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TM-align 미설치로 PyMOL cealign 대체 (결과 동등)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5종+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SST14, Octreotide, Lanreotide, RC-160 벤치마크에 5종 이상 반감기 예측 도구 적용 + 정확도(R², MAE) 비교 보고서. D-AA 지원 여부 명시.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5종+ 도구 검토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벤치마크 정확도 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R²/MAE 정량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권고 (도입 우선순위)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+ follow-up 2건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7종 도구 비교 (ProtParam, HLP, PlifePred, PlifePred2, pepADMET, Tan2024 TL, PepMSND, Cavaco 2021)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R²=0.84-0.90 가장 우수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즉시+로컬+R²≥0.5 도구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실 테스트 (Octreotide):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D-AA 절대값 4.83× 과대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sod-2026-05-19-A02-halflife-tools-comparison.md (28KB)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sod-2026-05-19-A02-followup-pepadmet-daa-test.md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ENDPOINT_CONFIDENCE 4건 등록 권고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D-AA half-life 도구 0개 — HIGH-BLOCKER, 자체 모델 필요 (3-6개월)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Fab-ADMET 도구 원 논문 정확도 정리 + SSTR2 환형 펩타이드(D-AA, 비천연 AA) 적용 시 한계 + 자체 학습 가능성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원 논문 endpoint별 ROC AUC, MAE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환형 적용 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신뢰 가능 endpoint 식별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완료 + V-01 사용자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"Fab-ADMET" 학술 DB 미확인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분석: FP-ADMET vs pepADMET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사용자 V-01 확인: pepADMET 오기재 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29 endpoint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D-AA/DOTA 지원 도구 모두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fine-tuning: ToxTeller (CC-BY)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sod-2026-05-19-A03-fab-admet-validation.md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V-01 RESOLVED (pepADMET 확정)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신뢰 endpoint 매트릭스 (수단별)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회의록 오기재 — 명확화 완료. SSTR2 D-AA 후보에 신뢰 ADMET 도구 없음 (wet-lab 필수)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ΔG 단일 지표 한계 극복. 13-metric panel + 7단계 다단계 선별 체계 기반 복합 스코어링. ADMET/반감기/radiolysis/selectivity 통합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신규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WSS + Pareto front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S/A/B/C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A-09 입력 (tier_s_candidates.csv)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통합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머지 — 6 신규 파일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(WSS + Pareto)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radiolysis_scorer.py (¹⁷⁷Lu)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CLI 진입점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73/73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G1 ΔG ≤ -95 / G2 sel ≥ 100×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G3 radiolysis ≤ 3 / G4 tox ≤ 0.3 / G5 II &lt; 40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Smoke: 11 후보 → S=1/B=5/FAIL=5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pipeline_local/scoring/{composite,radiolysis}_scorer.py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pipeline_local/scripts/composite_scorer.py + _cli.py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34 신규 tests + 39 회귀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P1 sprint wrapper (predict_halflife/admet) 통합은 Task #52 (이월)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dG (n≥10)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 원형(AGCKNFFWKTFTSC)을 SSTR2(7XNA)에 n≥10회 도킹 → 평균/표준편차 dG 산출 + reference 값 저장. 변이 후보 평가 기준선 제공.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≥ 10 도킹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mean, std, 95% CI 통계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KPI: σ &lt;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reference JSON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등록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(8e7e1cc)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= 10 FlexPepDock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 ΔG = 553.857 REU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σ = 4.024 (KPI σ&lt;5 충족 ✓)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95% CI [550.978, 556.735]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min/max 550.565 / 564.492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59/59 tests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data/somatostatin_receptor/SST14_SSTR2_reference_dG.json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pharmacology_guards.SST14_SSTR2_ref_ddg_flexpep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run_sst14_reference_docking.py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8e7e1cc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complex 부재로 양수 ΔG (553.857) — 절대값 신뢰 불가, 상대 비교만 유효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Diffusion 도킹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DiffDock(또는 유사 디퓨전 모델)을 SSTR2-SST14 complex에 적용. PyRosetta/Boltz와 비교. 정밀도/속도/신뢰도 평가 후 도입 가치 보고.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Diffusion 모델 SSTR2-SST14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PyRosetta/Boltz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시간/정확도/SS bond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도입 권고 (운영/PoC/미도입)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(6054ea9)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DiffPepBuilder v1 모델 사용 (1.2GB)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 포즈 생성 77.9초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inter-pose Cα RMSD 0.36-2.26Å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 engine 비교: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FlexPepDock 6-13초 (Rosetta ddG)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Boltz 60-90초 (iPTM)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DiffPepDock 77.9초 (점수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pipeline_local/scripts/run_diffpepdock_inference.py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run_diffpepdock_poc.py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runs_local/diffdock_poc/poc_report.{json,md}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12/12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6054ea9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openmm GLIBCXX_3.4.30 비호환 → postprocess 비활성화 (engineer-infra 후속)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GPU 인프라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H100 NVL ×4 또는 추가 GPU 견적 비교 자료 정리. 실 구매·결재는 사용자(서호성/안기범) 책임. 견적 자동화 + 시스템 점검만 수행.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벤더별 견적 표 (NVIDIA, SuperMicro, Dell)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단가, 리드타임, NVLink 여부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현 워크로드 적합 옵션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시스템 점검 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engineer-infra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점검: H100 NVL 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0/1: 87GB 점유 (컨테이너)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2/3: 14MiB 유휴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NVLink 없음 (SYS topology)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→ 120GB+ 모델 단일 GPU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 가능: CUDA_VISIBLE_DEVICES=2,3 (192GB)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견적 템플릿: DGX H100 ~4.8-5.5억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자체 빌드 H100 SXM ×8 ~2.0-2.7억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sod-2026-05-19-A07-gpu-infra-quote.md (13KB)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견적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시스템 점검 보고서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벤더 실 견적 수집은 사용자 책임 (~/.zshrc 192GB는 사용자가 이미 설정)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회의 당일 삭제됨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정상 종료 (실수 누락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항목 (PDF §3 Action Items, p.5)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"라이브러리 서버 마이그레이션 완료 및 검증" (담당: AI팀)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98480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삭제 사유 (PDF §2.3, p.4 + §4 수행 가이드, p.9)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외부망 서버(H100 ×8장)에 전체 시스템 배포 완료로 본 항목은 삭제 처리한다.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§3 표 비고: "완료/불요" — 취소선(strikethrough) 처리됨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정상 종료 — prompts/A-08_prompt.md 부재가 정상 상태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3-4개 + 합성 의뢰서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실행 스냅샷 2026-05-19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composite_scorer 결과 기반 최종 후보 3-4개 선정 + 합성 의뢰서 작성. Gate-2 진입 준비 완료. h0/h1 가설 + 검증 protocol + acceptance criteria + timeline 포함.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3-4개 선정 (Tier S 우선)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다양성 확보 (hamming 분포)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 각 후보별 1건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wetlab BE 통합 검증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(2026-05-19 스냅샷)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머지 — reviewer-pharma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후보 선정: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PRST-001 (Tier S, WSS=1.000)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AGCKNIIWKTITSC, ΔG -105.5, rad=1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PRST-002 (Tier B, WSS=0.582)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PRST-003 (Tier B, K4→R, N-말단 DOTA 전용)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PRST-004 (Tier B, WSS=0.365)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4/4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H-06 HEURISTIC 가드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HIGH-BLOCKER 반영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runs_local/final_candidates/synthesis_orders/PRST-{001,002,003,004}.md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sod-2026-05-19-A09-final-candidates-synthesis.md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다양성 86% (목표 80% 미달 — 14aa 구조 제약, A-09 정책상 WARN 후 진행)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+ Gate-2 진입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SSTR3 fix → 5종 정렬 활성화 + 다음 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SSTR3_8XIR 도킹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원본 요구: SSTR3 PDB 전처리 + 도킹 정상화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실행 결과 (PR #60)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chain B 선택 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23+1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boltz env smoke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ddg=-92.09, iptm=0.9209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A-01 SSTR3 정렬 활성화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Gate-2 로드맵 (RI팀)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PRST-001~004 합성 (Peptron, 4-6주)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SSTR1-5 binding Ki (n=3×3 biological)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pepADMET 예측 × 실측 상관 분석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3154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V-A09-01/03/05/06 모두 해결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Gate-3 진입 (¹⁷⁷Lu 라벨링 + in vivo PK)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미진 — wet-lab Gate-2 의존 (자동화 불가)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V-A09-01: PRST-001 F6→I 치환 시 SSTR2 Ki 변화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V-A09-03: pepADMET selectivity margin × 실측 Ki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V-A09-05: predict_half_life() ranking wet-lab 검증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V-A09-06: Boltz2 ΔG -105.5 × 실험 IC50/Ki 상관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4건 모두 wet-lab Ki/IC50 측정 후 자동 해결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갱신 — PR #85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commit b2eb50a · 문서 근거 2026-05-20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다음 슬라이드(14–18)는 워크스페이스 검증 Markdown에 따라 사실만 기재 (할루시네이션 없음).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47120" cy="45262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65960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 pepADMET 재검증: 합성 의뢰서 0.10/0.12/0.20/0.25 ↔ 실측 binary_toxicity=1.00 (CRITICAL)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2770632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Layer 1: PlifePred2 Halflife 열 = 확률; SST-14만 calibration_table(0.05 h)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3575304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Layer 2: PEPlife2 GAT 회귀 — test R² = -0.028, Spearman ρ = -0.119 (P4, Hard Cutoff 부적합)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4379976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Layer 3: ADMET-AI CPU 104×5 OK — H-06 외삽 가드, recommended_for_decision=False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5184648"/>
            <a:ext cx="10881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운영 원칙: 단독 Gate 결정 금지 · 다중 도구 견제 + wet-lab 병행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PRST-001~004 pepADMET 재검증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_workspace/pepadmet_local/PRST-candidates_revalidation_2026-05-20.md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247120" cy="3840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합성 의뢰서 ADMET 수치는 pepADMET 실측이 아닐 수 있음: CSV 0.10/0.12/0.20/0.25 + enrichment "admet wrapper returned no toxicity score" → composite 입력/fallback 전파 가능성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2011680"/>
                <a:gridCol w="6949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후보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의뢰서값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binary_toxicity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toxicity / neuro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0.12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hemostasis / Na_inhibitor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2918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막대: 동일 스케일(0–1) 비교 · pepADMET 재추론(4건 available: true)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3566160"/>
          <a:ext cx="113385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870448"/>
            <a:ext cx="112471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7"/>
          <p:cNvSpPr/>
          <p:nvPr/>
        </p:nvSpPr>
        <p:spPr>
          <a:xfrm>
            <a:off x="594360" y="5897880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결론: 4건 모두 학습·레퍼런스 도메인 밖 외삽 가능 — pepADMET 독성 확률을 단독 신뢰하면 안 됨 (LOW). Hard Cutoff admet_tox_max=0.3 관점에서 문서 권고: 의뢰서/게이트 갱신 필요.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 자동 분기 — 코드: pipeline_local/scoring/ensemble_router.py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498348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L-aa / 선형 우선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PlifePred(확률)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(wrapper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blood / half-life 계열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39776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비고: Hour ensemble는 도구별 가용성에 따라 가중 — 문서 2026-05-20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25880"/>
            <a:ext cx="73152" cy="4983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89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D-AA / Cyclic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로컬 PEPlife2 → GAT 회귀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conda 격리 subprocess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등급 P4 (test R²&lt;0)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657600" cy="498348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73152" cy="4983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8988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1783080"/>
            <a:ext cx="3429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DOTA conjugate / 소분자형 입력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ADMET-AI (사전학습)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CPU 추론·104 endpoint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외삽 가드 H-06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5715000"/>
            <a:ext cx="11247120" cy="77724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7607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라우터(텍스트 트리): 입력(서열·수식어) → (DOTA?) L3 : (D-AA/환형?) L2 : L1 → ensemble_halflife / ADMET 보조 출력 (가드 플래그와 함께)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1 — 정직한 보고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_workspace/plifepred_hour_conversion_2026-05-20.md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PlifePred2 / Halflife 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5212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PyPI·설치 소스: CSV "Halflife" = Predicted probability (시간 아님)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일반 입력: predict_proba → rank-only; predicted_hours는 기본 None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SST-14 단 한 점: calibration_table → 3 min 벤치 = 0.05 h (NCBI Bookshelf/StatPearls 1–3 min 인용 범위)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983480"/>
            <a:ext cx="5486400" cy="4114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50109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Score→시간 임의 스케일링 없음 (정직)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447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HLE · pepADMET blood / half-life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8745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HLE 및 pepADMET blood/half-life 모듈: 본 문서 시점에서 "시간(h) 합의 출력" unavailable 또는 제약 (Four-Benchmark / wrapper 경로)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Octreotide/Lanreotide/RC-160: 비표준 잔기·환형 → 시간 환산 보고 불가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D-AA·도메인 이슈는 A-02 follow-up에 이미 문서화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2 — PEPlife2 GAT · P4 정직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_workspace/pepmsnd_local/training_2026-05-20.md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470916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8132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데이터: PEPlife2 병합 id 기준 4500건; API chiral 필드 D=25건 — 문서 "213건"과 불일치 → 정의/버전 검증 필요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22677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공식 PepMSND Models/model.py: BCE·3D PDB 필수 → 본 세션 데이터와 비호환 → PyG GAT 백본만 차용한 log1p 회귀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305409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Hold-out test (JSON): R² = -0.02826440502223293, Spearman ρ = -0.1190545794647295 — 예측력 없음에 가깝다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" y="3840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DGL/libnvrtc: GraphBolt 로드 실패 사례 → PyG SMILES 경로 사용; env 정비·재학습은 로드맵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462686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추론 ~1.83 h 수렴 + ENDPOINT_CONFIDENCE grade P4 — Hard Cutoff 직접 사용 금지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5742432"/>
            <a:ext cx="11247120" cy="47548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576072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운영: 보조 지표 전용 · pharmacology_guards ENDPOINT_CONFIDENCE P4 (Hard Cutoff 반영 금지)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Layer 3 — ADMET-AI · 외삽 가드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_workspace/admet_ai_local/installation_test_2026-05-20.md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11247120" cy="214884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109728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PRST-001~004 + Octreotide — 5 compound CPU 추론 성공 (표: 각 ok=True, endpoints=104)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104 endpoint × 5 = 520 스칼라 데이터 포인트 (문서 산술)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매 compound extrapolation_warning=True, recommended_for_decision=False (H-06)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학습: 사전학습 ADMET-AI 패키지만 사용 · DOTA conjugate 도메인 업그레이드 없음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7772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371600"/>
                <a:gridCol w="3291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compound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ok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endpoints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predict_sec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PRST-001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0.301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PRST-002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0.239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PRST-003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0.278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PRST-004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0.285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Octreotide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True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104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0.201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66760" y="37033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GPU used: False (CPU). 모델 초기화 ~0.14 s — 문서.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5440680"/>
            <a:ext cx="11247120" cy="9601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5504688"/>
            <a:ext cx="10972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3-Layer Ensemble framework 완성. 시도한 도구·학습·외부 컨택 모두 정직히 보고. 단독 결정 X, 다중 도구 견제 + wet-lab 병행 권고.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66294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Deck 2026-05-28 (액션 스냅샷 5/19)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원본 요구 vs 실행 결과 비교 · Ensemble 갱신 (2026-05-28 Deck)</dc:title>
  <dc:subject>PptxGenJS Presentation</dc:subject>
  <dc:creator>PRST_N_FM Team</dc:creator>
  <cp:lastModifiedBy>PRST_N_FM Team</cp:lastModifiedBy>
  <cp:revision>1</cp:revision>
  <dcterms:created xsi:type="dcterms:W3CDTF">2026-05-20T08:34:19Z</dcterms:created>
  <dcterms:modified xsi:type="dcterms:W3CDTF">2026-05-20T08:34:19Z</dcterms:modified>
</cp:coreProperties>
</file>