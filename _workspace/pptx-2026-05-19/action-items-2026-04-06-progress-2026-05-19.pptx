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61520" cy="73152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2026-04-06 회의 액션 아이템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9건 진척도 + Gap 분석 + 개선 로드맵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KAERI-AIRL-MOM-2026-003 (제3차 월간회의) ─ 현재 시스템 매핑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3474720" cy="1828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A-08 외부망 H100×8 배포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657600"/>
            <a:ext cx="347472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4572000" y="4754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진행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A-01 · A-04 · A-10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0" y="3657600"/>
            <a:ext cx="3474720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3840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미진행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A-02 · A-03 · A-05 · A-06 · A-09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A-07 (DGX 견적) ─ 사용자(서호성/안기범) 담당, 본 분석 범위 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2026-05-19  ·  orchestrator-session  ·  DAG v2.1 Tier 0+1 적용 상태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액션 아이템 1개월 진척도 (한 줄 결론 + KPI 표)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124712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결론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"인프라(A-07/08) + 도킹 코드(A-01/A-10) 부분 진행. 약리학(A-02/A-03) + 스코어링(A-04/A-09) + ΔG 기준선(A-05) + 디퓨전 PoC(A-06)는 전부 분석/구현 대기 — 회의 후 6주 경과, 5월 회의 시점 기준 미달성."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2286000"/>
                <a:gridCol w="3383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관련 액션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상태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결합 친화도 (SSTR2 선택성)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ΔΔG &lt; −1 kcal/mol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A-01, A-05, A-10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부분 (Boltz-2 가동, 기준선 미확정)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혈청 반감기 TPP-B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24시간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A-02, A-04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도구 비교 0건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혈청 반감기 TPP-C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72시간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A-02, A-04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D-AA 도구 미확보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ADMET 독성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Fab-ADMET 또는 대안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A-03, A-04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Fab-ADMET URL 미확인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후보 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3-4개 (Tier-S)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A-04, A-09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A-04 미완성 → 자동 트리거 안 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도킹 가속화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디퓨전 PoC 성공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A-06, A-07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DiffDock 환경 부재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ECE2D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303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다음 행동 (우선순위)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A-05 SST14 ΔG 기준선 (n≥10 반복)  +  A-10 SSTR3 전처리 표준화  +  A-02/A-03 researcher 위임
</a:t>
            </a:r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A-04 composite_scorer.py 구현 (WSS + Pareto) + 단위 테스트 ≥10  +  A-01 결합 포켓 좌표 추출
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A-09 최종 후보 3-4개 자동 도출 + 합성 의뢰서  +  A-06 DiffDock PoC (A-07 견적 병행)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A-01 · SSTR1/3/4/5 위치 지정 도킹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결합 포켓 좌표 확정 + 재도킹 + 네거티브 디자인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부분 진행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회의 제안 (2026-04-06)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Boltz-2 + FlexPepDock legacy로 off-target 도킹. SSTR2(7T10/7T11) cryo-EM에서 ECL/TM 핵심 잔기(77-314) 추출. SSTR1/3/4/5 → SSTR2 cealign 정렬, 반경 15-20Å docking box (GNINA/AutoDock-GPU 입력 형식). 선택성 배수 ≥100× (권장 ≥300×).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03520" cy="2331720"/>
          </a:xfrm>
          <a:prstGeom prst="rect">
            <a:avLst/>
          </a:prstGeom>
          <a:solidFill>
            <a:srgbClr val="ECE2D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서호성 박사 의견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SSTR2 결합 영역은 ECL/TM 핵심 잔기 표 기준 잔기 77-314. ECL2(192·193·195·197), ECL3(284·286), TM3(122·126), TM5(205·208·209·212), TM6(272·273·276·279), TM7(291·294·298). 블라인드 도킹과 속도 차이는 크지 않으나, 핵심 잔기 정보를 네거티브 디자인의 정량 근거로 활용.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현재 시스템 (2026-05-19)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Boltz-2 selectivity_runner.py 가동 (Tier 0 P14 — worst off-target FE 데이터 오류 hotfix). 키 소문자 통일 + margin 부호 step05c iPTM 컨벤션 통일 (+10.0, worst_ot - sstr2).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binding_pocket_SSTR2.json 미생성 / 핵심 잔기 표 네거티브 디자인 미반영 / GNINA box 형식 미적용 / FlexPepDock legacy → site-directed 이전 미진행.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SSTR2 구조 ID 회의(7T10) vs 로컬(7XNA) 불일치 — 담당팀 확정 필요.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520440"/>
            <a:ext cx="5486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 (제안 vs 현재)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9136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PyMOL center_of_mass 좌표 추출 + JSON 저장 미진행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cealign SSTR1/3/4/5 → SSTR2 배치 정렬 0건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GNINA/AutoDock-GPU YAML config 미생성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네거티브 디자인 잔기 마스크 적용 0건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회의 원문 7T10 vs 로컬 7XNA 의사결정 보류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5074920"/>
            <a:ext cx="54864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074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개선 방향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46811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1) 7XNA pocket residue center_of_mass 추출 → binding_pocket_SSTR2.json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2) 5 receptor 배치 cealign + TM-score ≥0.7 검증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3) site-directed YAML 생성 + Boltz-2 추가 호출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4) ECL2/3·TM3/5/6/7 핵심 잔기 마스크 negative_design.json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5) A-10 SSTR3 전처리 선행 후 셀렉티비티 배수 재산출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A-02 · 혈청 반감기 예측 도구 비교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 세트 기반 정확도 평가 (R², Spearman ρ)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미진행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회의 제안 (2026-04-06)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ProtParam · HLP · PlifePred · PeptideRanker · PeptideStability ML 비교. SST-14(~3분) / Octreotide(~100분) / Lanreotide(수시간) / RC-160 벤치마크 세트. R² ≥0.5 · Spearman ρ ≥0.7 · D-AA 지원 도구 ≥1개 확보 · 로컬 실행 가능 우선.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03520" cy="2331720"/>
          </a:xfrm>
          <a:prstGeom prst="rect">
            <a:avLst/>
          </a:prstGeom>
          <a:solidFill>
            <a:srgbClr val="ECE2D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서호성 박사 의견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Serum Stability는 ProtParam으로, Modification 후에는 MD(RMSD)로 Stability 예측. 최종은 직접 Serum Stability 실험 측정 병행. D-Phe 등 변형된 아미노산 분석 가능한 도구가 더 좋음. 지방산 수식(lipidation) 지원 여부 별도 확인 필수.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현재 시스템 (2026-05-19)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pharmacology_guards.py에 instability_index · GRAVY · Boman 휴리스틱 등록됨 (HEURISTIC 신뢰등급).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HLP 1.6초 예측 재현 0건 / D-AA 도구 ≥1개 확보 0건 / PeptideStability ML 모델 GitHub 검토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MD(RMSD) bridge — Modification 후 stability 예측 메커니즘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ENDPOINT_CONFIDENCE['halflife_&lt;tool&gt;'] 등록 명세 완료, 실 코드 등록 0건.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520440"/>
            <a:ext cx="5486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 (제안 vs 현재)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9136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5개 도구 벤치마크 매트릭스 빈 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D-Phe / D-Trp 지원 도구 식별 0건 — 필수 요구사항 미충족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지방산 수식(lipidation) 지원 도구 확인 안 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MD 기반 stability ↔ in silico 도구 상관관계 미정량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자체 ML 모델 로드맵 미수립 (D-AA 데이터 수집 절차 필요)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5074920"/>
            <a:ext cx="54864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074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개선 방향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46811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1) researcher 에이전트 위임 — 5개 도구 GitHub/API 클론 + SST14·Octreotide·Lanreotide 입력 테스트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2) R² + Spearman ρ 매트릭스 산출 + 후보 도구 ≥2개 선정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3) ENDPOINT_CONFIDENCE 등록 (P1~P4 등급)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4) D-AA 지원 도구 확보 못 시 자체 ML 모델 12주 로드맵 + 데이터셋 수집 계획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5) HEURISTIC disclaimer + LITERATURE_VALUES 보강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A-03 · Fab-ADMET 정확도 검증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환형 / D-아미노산 / DOTA 결합 펩타이드 적용 가능성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미진행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회의 제안 (2026-04-06)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Fab-ADMET ML 도구의 펩타이드 ADMET 예측 정확도 검증. AUC ≥0.80, D-AA 지원 필수, 환형 펩타이드 + DOTA 결합 처리 가능 여부. 미지원 시 자체 학습 모델 구축 (H100 NVL 기준 GPU 요구사양 + 예상 학습 시간 산정).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03520" cy="2331720"/>
          </a:xfrm>
          <a:prstGeom prst="rect">
            <a:avLst/>
          </a:prstGeom>
          <a:solidFill>
            <a:srgbClr val="ECE2D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서호성 박사 의견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보다 정밀한 Serum Stability 혹은 인체 반감기 측정 프로그램을 찾아 사용할 필요, 특히 D-Phe 등 변형된 아미노산 분석 가능하면 더 좋음. ADMET 독성 외에 혈청 안정성(serum stability) 예측 기능도 탐색.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현재 시스템 (2026-05-19)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Fab-ADMET GitHub URL 회의록 미명시 — 핵심 블로커.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원 논문 AUC/Accuracy/F1 수집 0건 / SST14·Octreotide·Lanreotide 입력 테스트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학습 데이터에 환형 펩타이드 / D-AA 포함 여부 확인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ENDPOINT_CONFIDENCE['fab_admet'] 명세만, 실 코드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modification_conflict_rules에 C-04 (D-Cys → SS bond) + C-07 (DOTA stoichiometry)는 등록됨.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520440"/>
            <a:ext cx="5486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 (제안 vs 현재)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9136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Fab-ADMET GitHub URL 확인 (researcher 위임 필수) — 모든 후속 작업 블로커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라이선스 확인 (상업적 활용 가능 여부)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SMILES 입력 형식 지원 여부 — DOTA 킬레이터 처리 가능성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학습 데이터 환형/D-AA/DOTA 비율 미확인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자체 fine-tuning 옵션 + GPU 요구사양 미산정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5074920"/>
            <a:ext cx="54864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074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개선 방향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46811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1) researcher: Fab-ADMET GitHub URL + 라이선스 + 논문 지표 확보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2) 클론 후 README/Supplementary로 입력 형식 + 학습 데이터 분포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3) SST14 · Octreotide · Lanreotide 직접 입력 테스트 (3 후보)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4) 결과 → ENDPOINT_CONFIDENCE 등급 부여 + HEURISTIC_FUNCTION_DISCLAIMERS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5) 미지원 시 자체 학습 모델 12주 로드맵 + 대안 도구 (ADMET Lab 2.0, DeepPK 등) 탐색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A-04 · 복합 스코어링 체계 (Top-K)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Cutoff + WSS + Pareto front 다목적 최적화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부분 진행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회의 제안 (2026-04-06)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13-metric panel + 7단계 다단계 선별. Hard Cutoff (ΔG · 셀렉티비티 ≥100× · Radiolysis ≤3개 · ADMET ≤0.3 · Instability &lt;40). Soft Ranking (WSS w1~w5 + NSGA-II Pareto). Tier-S/A/B 분류 + Critic/Planner 자동 검증.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03520" cy="2331720"/>
          </a:xfrm>
          <a:prstGeom prst="rect">
            <a:avLst/>
          </a:prstGeom>
          <a:solidFill>
            <a:srgbClr val="ECE2D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서호성 박사 의견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Radiolysis 민감도 (Cys·Met=3, Phe·Tyr·Trp=2, Pro·His·Leu=1). Cys3-Cys14 SS bond 예외 처리. Quencher DOE (QC-1 Gentisic·Ascorbic·Ethanol / QC-2 Met·Ethanol / QC-3 Cys·Gentisic / QC-4 4종 복합). 변형 전략 (Met→Nle · Trp→5-F-Trp · Tyr→3-F-Tyr · SS→Thioether/Lactam/Dicarba).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현재 시스템 (2026-05-19)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cluster_report.py batch_classify 가동 (Tier 1 sprint, A~E 5 클러스터, 65/65 tests). Tier 1 P05로 BE candidate에 6필드(selectivity_margin · instability_index · gravy · net_charge_ph74 · fwkt_contact · chelator_site_available) on-the-fly 머지 (status.py `_enrich_candidates`).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pharmacology_guards.py에 Hard Cutoff 일부 가드 등록.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composite_scorer.py 신규 모듈 미구현 / WSS + Pareto front NSGA-II 0건 / Tier-S/A/B 자동 분류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radiolysis_scorer.py 미구현 (변이 전략 매핑 표는 회의록에 있음).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520440"/>
            <a:ext cx="5486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 (제안 vs 현재)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9136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composite_scorer.py 미구현 — A-09 자동 트리거 차단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WSS 가중치 (0.35/0.25/0.20/0.10/0.10) 검증 안 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NSGA-II Pareto front (pymoo) 미통합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radiolysis_scorer.py 별도 모듈 미생성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Critic/Planner 자동 검증 + 다음 세대 변이 규칙 연동 0건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5074920"/>
            <a:ext cx="54864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074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개선 방향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46811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1) composite_scorer.py 신규 + WSS 구현 (min-max 정규화)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2) pymoo NSGA-II 통합 + Pareto front 추출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3) radiolysis_scorer.py + Cys3-Cys14 ss_bond_intact 플래그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4) Tier-S/A/B 분류 + reviewer-math NSGA-II 수렴 검증 위임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5) Critic + Planner agent 통합 → 다음 세대 변이 BLOSUM/Radiolysis 규칙 자동 갱신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A-05 · SST14 레퍼런스 ΔG 기준선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n≥10 반복 도킹 + 하드코딩 임계값 교체 + 3단계 스크리닝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미진행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회의 제안 (2026-04-06)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step05_docking.py의 하드코딩 `-5` 임계값 → SST14 원형 SSTR2 도킹 n≥10 반복 Mean으로 교체. 임계값 = ref_ddg × 0.9 (10% 허용). LITERATURE_VALUES 등록 + 3단계 스크리닝 (FlexPepDock → MM-GBSA → FEP/TI).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03520" cy="2331720"/>
          </a:xfrm>
          <a:prstGeom prst="rect">
            <a:avLst/>
          </a:prstGeom>
          <a:solidFill>
            <a:srgbClr val="ECE2D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서호성 박사 의견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n회 반복 Mean 값 사용 (단일 도킹의 분산 큼). MD simulation 검토. 3단계 스크리닝 — 1차 FlexPepDock 200-500개 → 2차 MM-GBSA 20-50개 (킬레이터 부착 후) → 3차 FEP/TI 최종 후보 (OpenMM/OpenFE/gmx_MMPBSA).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현재 시스템 (2026-05-19)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pipeline_local/steps/step05_docking.py에 DOCKING_GATE_THRESHOLD=-5.0 그대로 하드코딩.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SST14 n=10 반복 도킹 0건 / Mean·σ 산출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LITERATURE_VALUES['SST14_SSTR2_ref_ddg_boltz2_mean'] 미등록.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config_loader.py 통한 동적 임계값 로드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2차 MM-GBSA · 3차 FEP/TI 로드맵 미작성.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520440"/>
            <a:ext cx="5486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 (제안 vs 현재)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9136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가장 단순한 작업이지만 미진행 (1주 작업)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하드코딩 임계값은 생물학적 근거 없음 — 모든 후속 게이트 판정의 신뢰성 영향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MM-GBSA · FEP/TI 정밀 스크리닝 계획 부재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yaml 단위 표기 'kcal/mol' vs 실 REU 가능성 (어제 reviewer-science 분석)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5074920"/>
            <a:ext cx="54864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074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개선 방향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46811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1) offtarget_dock.py 반복 실행 (n≥10, SST14 → SSTR2_7XNA)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2) ddg Mean/σ 계산 + ref_ddg × 0.9 임계값 산출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3) step05_docking.py 하드코딩 → config 기반 (docking_gate_threshold)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4) LITERATURE_VALUES 등록 + yaml '단위' kcal/mol→REU 정정 (G-2)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5) MM-GBSA + FEP/TI 별도 Action Item 등록 (12주 로드맵)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A-06 · 디퓨전 모델 기반 도킹 가속화 PoC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DiffDock · RMSD ≤2.0Å 80% · ≥10× speedup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미진행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회의 제안 (2026-04-06)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DiffDock SE(3) diffusion 모델로 1 inference 수십 초 처리. RMSD ≤2.0Å Top-1 성공률 ≥80% (40 포즈 중 32개+). Wall-clock speedup ≥10× vs FlexPepDock. VRAM ≤80GB 단일 H100 NVL, 회의록 원문 VRAM ≥120GB 시 A-07 연동.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03520" cy="2331720"/>
          </a:xfrm>
          <a:prstGeom prst="rect">
            <a:avLst/>
          </a:prstGeom>
          <a:solidFill>
            <a:srgbClr val="ECE2D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서호성 박사 의견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DiffDock은 소분자 리간드 기본 설계 — 펩타이드(14aa) 적용 시 DiffDock-PP 변형 검토. NeuralPLexer / AlphaFold3도 후보. PoC 성공 시 Silo B FlexPepDock 전단에 DiffDock pre-filter 배치.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현재 시스템 (2026-05-19)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DiffDock conda env 미설치 / 모델 다운로드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Ground truth SST14 cryo-EM 포즈 추출 0건 (7T10/7T11 펩타이드 체인 또는 7XNA 펩타이드 포함).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RMSD 비교 (BioPython Superimposer)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속도 비교 (wall-clock time)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H100 NVL ×4 가용 (CUDA_VISIBLE_DEVICES=2,3, 총 188GB). VRAM 120GB Multi-GPU 모드 가능 여부 미검증.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520440"/>
            <a:ext cx="5486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 (제안 vs 현재)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9136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DiffDock 환경 자체 부재 — engineer-infra 요청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Ground truth 포즈 (7T10/7T11 펩타이드 체인) 데이터 미준비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DiffDock-PP 또는 펩타이드 변형 모델 선정 안 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VRAM 실측 0건 — A-07 견적 결정의 핵심 입력 누락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Silo B 통합 시 step05_docking.py 대체 전략 미수립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5074920"/>
            <a:ext cx="54864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074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개선 방향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46811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1) engineer-infra: conda diffdock env 구축 + 모델 weight 다운로드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2) RCSB 7T10/7T11 펩타이드 체인 추출 → ground_truth.pdb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3) DiffDock-PP 또는 NeuralPLexer 중 펩타이드 적합 모델 선정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4) PoC 실행 (40 포즈 × 5 후보) + RMSD + Wall-clock 비교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5) VRAM 실측 → A-07 견적 보고 + poc_report.json 작성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A-07 · DGX/고성능 GPU 서버 견적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 A DGX H100 · B DGX B200 · C 자체 빌드 · 6 셀 매트릭스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TBD (사용자)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회의 제안 (2026-04-06)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2개 벤더 공식 견적. DGX H100 (VRAM 640GB / FP8 3.9 PFLOPS / 10U) vs DGX B200 (1440GB / 9.0 PFLOPS / 10U) vs 자체 빌드 H100. NVLink 토폴로지 점검 → 기존 H100×8 단일 fabric 통합 가능 시 추가 구매 보류.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03520" cy="2331720"/>
          </a:xfrm>
          <a:prstGeom prst="rect">
            <a:avLst/>
          </a:prstGeom>
          <a:solidFill>
            <a:srgbClr val="ECE2D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서호성 박사 의견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120GB 이상이 디퓨전 모델 단일 로딩에 필요. H100×8 NVLink 통합 시 640GB 확보 가능 → 우선 점검. 실패 시 DGX H100 vs B200 ROI 비교 (B200은 단일 GPU 180GB로 단일 모델 로딩 최적).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현재 시스템 (2026-05-19)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H100 NVL ×4 (각 96GB, 총 384GB) 사용자 로컬 확보 (CUDA_VISIBLE_DEVICES=2,3).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A-08 외부망 H100×8 (80GB×8 = 640GB) 배포 완료 (회의록 §2.3).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비교 매트릭스 전 셀 TBD — 벤더 견적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외부망 nvidia-smi topo -m 점검 0건 — NVLink fabric 통합 여부 미확인.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A-06 VRAM 실측값 0건 (A-06 미진행으로 인한 의존성 차단).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520440"/>
            <a:ext cx="5486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 (제안 vs 현재)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9136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본 항목은 사용자(서호성/안기범) 책임 — AI팀이 직접 수행 불가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A-06 PoC VRAM 실측이 견적 결정의 핵심 입력 (의존성)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NVIDIA·HPE·Dell·Supermicro 견적 의뢰 0건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외부망 H100×8 NVLink 통합 점검 0건 (AI팀이 nvidia-smi 점검 가능)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5074920"/>
            <a:ext cx="54864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074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개선 방향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46811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1) AI팀 — 외부망 H100×8 nvidia-smi topo -m + free VRAM 점검 (즉시 가능)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2) A-06 PoC 진행 → peak VRAM 기록 (engineer-infra 협업)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3) 사용자 — NVIDIA 공식 + 공인 리셀러 견적 의뢰 (2 벤더)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4) HPE/Dell/Supermicro 자체 빌드 견적 의뢰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5) 6 셀 매트릭스 완성 → 의사결정 회의 안건 등록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A-09 · 최종 후보 3-4개 + 합성 의뢰서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Gate-1 (계산) → Gate-2 (표지/제조) 진입 마일스톤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미진행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회의 제안 (2026-04-06)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A-04 composite_scorer.py 실행 → Tier-S 3-4개 + 서열 다양성 ≤80%. RI팀 합성 가능성 협의 (비천연 AA · 고리화 전략 · 수율 ≥20% · 킬레이터 접합). 합성 의뢰서 7 항목 (서열 · modification · 순도 ≥95% · 납기 · 수량 · 특이사항).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03520" cy="2331720"/>
          </a:xfrm>
          <a:prstGeom prst="rect">
            <a:avLst/>
          </a:prstGeom>
          <a:solidFill>
            <a:srgbClr val="ECE2D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서호성 박사 의견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후보는 합성 가능성이 계산 점수만큼 중요 — RI팀과 사전 협의 없이 합성 의뢰서 발송 금지. Radiolysis 72시간 RCP ≥90% 미달 시 Step 5 Amino Acid Modification 재진입. DOTA vs DFO 선택: ¹⁷⁷Lu에는 DOTA 우선, ⁶⁸Ga PET는 둘 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현재 시스템 (2026-05-19)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A-04 composite_scorer.py 미구현 → A-09 자동 트리거 불가.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tier_s_candidates.csv · synthesis_feasibility.md · synthesis_request_&lt;date&gt;.md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별도 세션 PR #43 manual-selectivity 페이지 (FlexPepDock UI)는 부분 — wetlab BE candidate_id 제한 풀기 필요.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서열 다양성 ≤80% 필터 미구현 / Tier-S 우선 선별 로직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MOM-002 A-10 킬레이터 벤더 리스트 연동 0건.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520440"/>
            <a:ext cx="5486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 (제안 vs 현재)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9136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A-04 의존성 — 선행 필수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RI팀 합성 가능성 협의 채널 미구축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비천연 AA (Nle · 5-F-Trp · Abu · Orn 등) 국내 조달 가능성 확인 0건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DOTA/DFO 킬레이터 접합 위치 결정 절차 0건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Quencher DOE 조합 (QC-1~QC-4) 의뢰서 기재 표준 0건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5074920"/>
            <a:ext cx="54864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074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개선 방향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46811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1) A-04 완료 후 자동 트리거 — composite_scorer 결과 → tier_s_candidates.csv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2) RI팀 협의 양식 표준화 (synthesis_feasibility 템플릿)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3) select_final_candidates.py 신규 — Tier-S 우선 + 서열 다양성 ≤80%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4) synthesis_checker.py — 비천연 AA 조달·수율 가능성 자동 체크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5) generate_synthesis_request.py — 7 항목 의뢰서 자동 생성 + Quencher 4 조합 + DOTA/DFO 선택란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 · SSTR3 도킹 에러 해결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전처리 (missing residues · clashes · B-factor) → 재도킹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182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부분 진행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51560"/>
            <a:ext cx="566928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51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회의 제안 (2026-04-06)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SSTR3 도킹 에러 재현 → 원인 분류 (KeyError · clash · B-factor · CIF 파싱). PDB 검사 (REMARK 465 · find_clashes · 체인) → 전처리 (Modeller/SWISS-MODEL · PyRosetta MinMover · BioPython B-factor 클램핑) → SSTR3_8XIR_preprocessed.pdb 별도 등록.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303520" cy="2331720"/>
          </a:xfrm>
          <a:prstGeom prst="rect">
            <a:avLst/>
          </a:prstGeom>
          <a:solidFill>
            <a:srgbClr val="ECE2D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서호성 박사 의견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회의록에서 A-10을 별도 언급한 만큼 SSTR3 구조 품질 문제 실재. 필수 점검 — (1) 누락 잔기 (2) 충돌 원자 (3) 비정상 B-factor. data/ 디렉토리 READ-ONLY 원칙 — 원본 보존, 전처리본은 별도 파일.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051560"/>
            <a:ext cx="54864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051560"/>
            <a:ext cx="54864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현재 시스템 (2026-05-19)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Boltz-2 기반 selectivity 시나리오 #9 PASS 확인 (어제 Tier 1 회귀, A~E 클러스터 분포 정상). SSTR3 (8XIR) 자체는 도킹 가동.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데이터 디렉토리에 SSTR3_8XIR.pdb/cif 배치됨.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명시적 구조 전처리 절차 (Modeller / MinMover / B-factor) 0건 — 도킹은 가동하지만 품질 보장은 안 됨.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SSTR3_8XIR_preprocessed.pdb 별도 등록 0건 / data/README.md 변경 이력 0건.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에러 재현 절차 표준화 0건.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520440"/>
            <a:ext cx="54864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Gap (제안 vs 현재)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91363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도킹 자체는 통과되지만 구조 품질 점검 절차 부재 (REMARK 465 · clashes · B-factor)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전처리 표준 절차 (Modeller / MinMover / B-factor 클램핑) 코드화 안 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data/ READ-ONLY 경계 명시 안 됨 — 원본 vs 전처리본 구분 절차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test_offtarget_dock_boltz.py에 SSTR3 전처리 검증 케이스 없음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5074920"/>
            <a:ext cx="5486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5074920"/>
            <a:ext cx="54864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074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개선 방향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5468112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1) offtarget_dock.py SSTR3 1회 dogfood → 에러 메시지 분류표 작성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2) PyMOL find_clashes + REMARK 465 + B-factor&gt;100 점검 스크립트 표준화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3) preprocess_sstr_structure.py 신규 — Modeller / MinMover / B-factor 클램핑 자동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4) SSTR3_8XIR_preprocessed.pdb 등록 + data/README.md 변경 이력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5) test_offtarget_dock_boltz.py SSTR3 케이스 추가 + selectivity_runner.py 경로 갱신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갭 매트릭스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액션 × 5 차원 (제안·현재·진척·gap·priority)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11430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3200400"/>
                <a:gridCol w="3474720"/>
                <a:gridCol w="1097280"/>
                <a:gridCol w="10058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회의 제안 핵심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시스템 (Tier 0+1)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진척률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SSTR1/3/4/5 위치 지정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결합 포켓 좌표 + cealign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Boltz-2 selectivity 가동 / 좌표 미생성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혈청 반감기 도구 비교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도구 R²·Spearman ρ + D-AA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휴리스틱만 (instability·GRAVY·Boman)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Fab-ADMET 검증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클론 + 환형/D-AA/DOTA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미확인 (블로커)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복합 스코어링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Cutoff + WSS + Pareto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cluster_report (A~E) + 6필드 머지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SST14 ΔG 기준선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n≥10 반복 Mean + 임계값 교체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DOCKING_GATE_THRESHOLD=-5 하드코딩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DiffDock PoC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RMSD ≤2Å 80% + ≥10× speedup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DiffDock 환경 부재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DGX 견적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셀 매트릭스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 전부 (사용자 책임)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외부망 서버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(완료)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H100×8 배포 완료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최종 후보 3-4개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Tier-S + 합성 의뢰서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A-04 의존성으로 차단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SSTR3 에러 해결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 전처리 + 재등록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도킹 가동 / 전처리 표준 0건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ECE2D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61996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= 즉시(1주, 가장 단순) · P1 = 단기(2-4주, 핵심) · P2 = 중기(4-8주, 의존성) · ✓ = 완료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 로드맵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(1주) · P1 (2-4주) · P2 (4-8주) — 의존성 그래프 반영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1216152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379476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97280"/>
            <a:ext cx="3794760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618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·  1주 (즉시)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342900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A-05 SST14 n≥10 반복 도킹 + Mean·σ 산출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A-05 step05_docking.py 임계값 config 기반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A-05 LITERATURE_VALUES 등록 + yaml 단위 정정 (G-2)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 SSTR3 전처리 표준화 (Modeller·MinMover·B-factor)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 preprocess_sstr_structure.py + test 추가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A-02·A-03 researcher 위임 (Fab-ADMET URL + 5 도구 매트릭스)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379476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097280"/>
            <a:ext cx="379476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2618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·  2-4주 (핵심)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1965960"/>
            <a:ext cx="342900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A-04 composite_scorer.py (WSS + Pareto)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A-04 radiolysis_scorer.py + ss_bond_intact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A-04 NSGA-II (pymoo) + reviewer-math 검증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A-01 binding_pocket_SSTR2.json + cealign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A-01 site-directed YAML + 네거티브 디자인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A-02 5 도구 R²·Spearman ρ 매트릭스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A-02 D-AA 지원 도구 ≥1개 확보 또는 자체 모델 로드맵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A-03 Fab-ADMET SST14 직접 테스트 + ENDPOINT_CONFIDENCE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097280"/>
            <a:ext cx="379476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097280"/>
            <a:ext cx="379476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2618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·  4-8주 (의존성)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1965960"/>
            <a:ext cx="342900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A-09 select_final_candidates.py + synthesis_checker.py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A-09 generate_synthesis_request.py (7 항목 + Quencher)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A-09 RI팀 합성 가능성 협의 (비천연 AA 조달)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A-06 DiffDock conda env 구축 + ground truth 추출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A-06 PoC 실행 (RMSD + Wall-clock + VRAM)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A-07 외부망 NVLink 점검 + 견적 6 셀 매트릭스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MM-GBSA · FEP/TI 2·3차 스크리닝 별도 트랙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다음 회의 안건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3566160" cy="4114800"/>
          </a:xfrm>
          <a:prstGeom prst="rect">
            <a:avLst/>
          </a:prstGeom>
          <a:solidFill>
            <a:srgbClr val="A2676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356616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(P0)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A-05 SST14 n=10 반복 도킹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A-05 임계값 config 기반 교체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 전처리 표준화 +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researcher: Fab-ADMET URL 확보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691640"/>
            <a:ext cx="3566160" cy="4114800"/>
          </a:xfrm>
          <a:prstGeom prst="rect">
            <a:avLst/>
          </a:prstGeom>
          <a:solidFill>
            <a:srgbClr val="A2676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691640"/>
            <a:ext cx="35661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74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달 (P1)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63440" y="25603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A-04 composite_scorer.py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A-01 결합 포켓 좌표 + cealign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A-02 5 도구 매트릭스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A-03 Fab-ADMET 테스트 + 등급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Critic/Planner 자동 검증 통합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66160" cy="4114800"/>
          </a:xfrm>
          <a:prstGeom prst="rect">
            <a:avLst/>
          </a:prstGeom>
          <a:solidFill>
            <a:srgbClr val="A2676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691640"/>
            <a:ext cx="35661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874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5월 회의 안건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66760" y="256032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A-04/A-09 → Tier-S 3-4개 시연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A-02/A-03 도구 채택 결정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A-07 견적 매트릭스 의사결정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Gate-2 진입 준비 (RI팀)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MM-GBSA·FEP/TI 로드맵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회의록  ·  docs/meet_log/AI-RI_Scientist_회의록_20260406_서호성 V2.pdf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액션 아이템 디렉토리  ·  docs/meet_log/2026-04-06_action_items/  (10 markdown + 9 prompts)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2026-05-19  ·  orchestrator-session  ·  현재 시스템 진척도 (Tier 0+1 완료 기준)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2026-04-06 액션 아이템 9건 - 현재 시스템 진척도</dc:title>
  <dc:subject>PptxGenJS Presentation</dc:subject>
  <dc:creator>orchestrator-session</dc:creator>
  <cp:lastModifiedBy>orchestrator-session</cp:lastModifiedBy>
  <cp:revision>1</cp:revision>
  <dcterms:created xsi:type="dcterms:W3CDTF">2026-05-19T06:13:05Z</dcterms:created>
  <dcterms:modified xsi:type="dcterms:W3CDTF">2026-05-19T06:13:05Z</dcterms:modified>
</cp:coreProperties>
</file>