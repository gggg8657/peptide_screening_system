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16152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42032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SSTR2 Pipeline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시스템 분석 — 더미·미구현·개선·구조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347472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51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트리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pipeline_local · AG_src · backend · pyrosetta_flow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4114800"/>
            <a:ext cx="347472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251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0" y="5074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더미·미구현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3 · High 8 · Med 10 · Low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12480" y="4114800"/>
            <a:ext cx="347472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4251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8412480" y="5074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권장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5 · 중기 2 · 장기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  ·  orchestrator-session  ·  DAG v2.1 Tier 0+1 적용 상태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 + 핵심 수치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가능 + 일부 정직성 갭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"코어 파이프라인(PyRosetta + Boltz-2 + ESMFold + Ollama)은 실 동작, 그러나 9개 약리 지표는 HEURISTIC + 5개 모듈은 stub fallback + Silo A는 환경 미정비 상태."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3017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가능 모듈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step01~08 + step03b/05b/05c (10건)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동작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170/170 (어제 sprint 기준)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Green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휴리스틱(HEURISTIC) 함수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9건 (pharmacology_guards.py:209-322)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신뢰등급 명시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5건 (PyRosetta, Step07 BioPython, dummy scores, mock_wv, ESM-2)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환경 의존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FAILURE_ACTION_MAP 매핑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5건 → 6 카테고리 정규화 적용됨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Tier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다음 sprint 후보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8건 (P14 PDB, G-2 단위, SS-bond Cys, Silo A 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계획됨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92531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다음 행동: G-2 단위 정정 (5분) → fwkt_contact Phase 2 (1일) → Silo A dogfood (2~3일)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개황도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/ BE / Orchestrator / Pipeline / LLM 5 레이어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(Vite + React 19)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· OKLCH 토큰 · 5 배지 isLive · ClusterPanel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2057400"/>
            <a:ext cx="0" cy="137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1124712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(FastAPI + uvicorn)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/api/status · /api/experiment/run · /api/selectivity · _enrich_candidates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063240"/>
            <a:ext cx="0" cy="137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11247120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(LocalPipelineOrchestrator)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(Planner · Builder · QCRanker · Critic · Reporter) · Step01~08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4069080"/>
            <a:ext cx="0" cy="137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4206240"/>
            <a:ext cx="11247120" cy="8686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8872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(Silo A · Silo B · Combined)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709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RFdiff · MPNN · BLOSUM · ESMFold · Boltz-2 · PyRosetta · FoldMason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5074920"/>
            <a:ext cx="0" cy="137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" y="5212080"/>
            <a:ext cx="112471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188720" y="5303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(Ollama qwen3:8b @ :11435) · STATUS_FILE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· Planner · Reporter LLM 분기 + rule-based 폴백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Polling 2s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(useQuery)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868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HMR 즉시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트리 + 활성 모듈 매트릭스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트리 / 2 파이프라인 경로 / 신·구 분리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57784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5212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pipeline_local/  (신, 정식 경로)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LocalPipelineOrchestrator · 5-Agent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002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steps/step01_receptor.py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002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OpenFold3 / data fallback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313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steps/step02_backbone.py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313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RFdiffusion (Silo A)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steps/step03_proteinmpnn.py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624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ProteinMPNN (Silo A)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935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steps/step03b_blosum_mutation.py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935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BLOSUM62 (Silo B)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steps/step04_esmfold.py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pLDDT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557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steps/step05_docking.py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557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Boltz-2 docking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steps/step05b_selectivity.py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867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 off-target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steps/step05c_boltz_cross.py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4178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Boltz-2 cross-validation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489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steps/step06_rosetta.py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4489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 FlexPepDock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800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steps/step07_analysis.py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4800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FoldMason lDDT + InterfaceReport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111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steps/step08_stability.py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51114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 추정 (HEURISTIC)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5422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scripts/pharmacology_guards.py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5422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HEURISTIC 함수 등록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5733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scripts/flexpepdock_worker.py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5733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FlexPepDock subprocess + stub fallback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1097280"/>
            <a:ext cx="54864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1097280"/>
            <a:ext cx="73152" cy="2468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AG_src/  (구, 어댑터 축소)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796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pipeline/orchestrator.py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982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 LOC 레거시 (수렴 대상)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37960" y="2002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agents/{planner,critic,...}.py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98280" y="2002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+ FAILURE_ACTION_MAP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37960" y="2313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llm/provider.py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98280" y="2313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OllamaProvider :11435 · NoneProvider 폴백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796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config/pipeline_config.yaml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9828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llm.base_url 11435 · qwen3:8b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37960" y="2935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config/gate_thresholds.yaml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098280" y="2935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 부호 (-10.0) — 별건 정정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3703320"/>
            <a:ext cx="548640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703320"/>
            <a:ext cx="73152" cy="2606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794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 (FastAPI bridge)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37960" y="4206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915400" y="4206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STATUS_FILE + is_active_run · server_time (P03)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37960" y="4535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status_emitter.py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915400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DEFAULT_STEPS 11개 · step06_baseline 분리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37960" y="4864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routers/experiment.py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915400" y="4864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Popen+P02 init · 3-way settings 폴백 (P09)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37960" y="5193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routers/selectivity.py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915400" y="5193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endpoint (P11 soft) · 소문자 키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37960" y="5522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routers/status.py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915400" y="5522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_enrich_candidates on-the-fly 6 필드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37960" y="5852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pharmacophore.py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915400" y="5852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fwkt_contact · chelator_site (Phase 1 휴리스틱)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· Mock · Placeholder 인벤토리 (Top 15)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3 · High 5 · Med 5 · Low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91440" cy="9784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170432"/>
            <a:ext cx="6858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170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1430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scripts/flexpepdock_worker.py:516-538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3898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 미설치 시 _stub_dock_result(ddg 임의값) 반환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bio-tools env 보장 + CI 가동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109728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097280"/>
            <a:ext cx="91440" cy="9784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1170432"/>
            <a:ext cx="6858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170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34840" y="11430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pharmacology_guards.py:209-322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34840" y="13898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HEURISTIC 함수 (instability/gravy/fwkt/chelator 등)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3484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Phase 2 PDB 거리 기반 + 실측 캘리브레이션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92440" y="109728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097280"/>
            <a:ext cx="91440" cy="9784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09960" y="1170432"/>
            <a:ext cx="6858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09960" y="1170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75320" y="11430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AG_src config gate_thresholds.yaml:37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75320" y="13898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selectivity_margin_min -10.0 (옛 부호) — pipeline_local +10.0과 반대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yaml + 코드 동시 통일 (별건 PR)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214884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148840"/>
            <a:ext cx="91440" cy="978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221992"/>
            <a:ext cx="685800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2221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21945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backend/pharmacophore.py compute_fwkt_contact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2441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'FWKT' substring 매칭만 (구조 미고려)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2843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PDB 거리 ≤4.5Å 기반 (PDB 7T11 pocket)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51960" y="214884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2148840"/>
            <a:ext cx="91440" cy="978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2221992"/>
            <a:ext cx="685800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221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34840" y="21945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backend/pharmacophore.py compute_chelator_site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34840" y="2441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N-term/Lys 존재만, SS-bond 미정밀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34840" y="2843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Cys3-Cys14 disulfide 명시적 검사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92440" y="214884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2440" y="2148840"/>
            <a:ext cx="91440" cy="978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09960" y="2221992"/>
            <a:ext cx="685800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09960" y="2221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75320" y="21945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steps/step07_analysis.py:259,275,330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75320" y="2441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FoldMason 실패 시 placeholder lDDT + BioPython 없으면 InterfaceReport stub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75320" y="2843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FoldMason 환경 정비 + Biopython 필수 의존성화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1480" y="320040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3200400"/>
            <a:ext cx="91440" cy="978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29000" y="3273552"/>
            <a:ext cx="685800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29000" y="32735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4360" y="32461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unified_validation.py:308-315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" y="34930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rank_stability/score_consistency/no_dominance 모두 passed=True, skipped=True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4360" y="38953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multi-run 데이터 축적 후 실 통계 검증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251960" y="320040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51960" y="3200400"/>
            <a:ext cx="91440" cy="9784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69480" y="3273552"/>
            <a:ext cx="685800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69480" y="32735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434840" y="32461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Silo A 분기 (--no-approach-b)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434840" y="34930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코드만 존재. RFdiffusion + ProteinMPNN 환경 미정비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434840" y="38953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환경 정비 + dogfood + 1회 실 호출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092440" y="320040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92440" y="3200400"/>
            <a:ext cx="91440" cy="9784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09960" y="3273552"/>
            <a:ext cx="685800" cy="20116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109960" y="32735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275320" y="32461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steps/step05_docking.py:211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275320" y="34930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 실패 시 fallback dummy scores ([-i for i in range(len)])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275320" y="38953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재시도 + 명시 NaN + UI 표시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11480" y="425196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1480" y="4251960"/>
            <a:ext cx="91440" cy="9784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29000" y="4325112"/>
            <a:ext cx="685800" cy="20116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29000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94360" y="4297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P11 selectivity cancel (soft only)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94360" y="4544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timeout 600s 대기 — 즉시 cancel 불가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94360" y="4946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SelectivityRunner PID 노출 + os.killpg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251960" y="425196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51960" y="4251960"/>
            <a:ext cx="91440" cy="9784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269480" y="4325112"/>
            <a:ext cx="685800" cy="20116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69480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434840" y="4297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pepadmet_infer_script.py:9-12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434840" y="4544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mock_wv weight_visualization 모듈 (utility 미사용)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434840" y="4946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PepADMET 비활성 또는 진짜 utility 연결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092440" y="425196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92440" y="4251960"/>
            <a:ext cx="91440" cy="9784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109960" y="4325112"/>
            <a:ext cx="685800" cy="20116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109960" y="432511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275320" y="4297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bayesian_optimizer.py:134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275320" y="4544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ESM-2 Embedder stub (one-hot fallback)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275320" y="4946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ESM-2 모델 로드 + GPU 메모리 가드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11480" y="530352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1480" y="5303520"/>
            <a:ext cx="91440" cy="9784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29000" y="5376672"/>
            <a:ext cx="685800" cy="20116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429000" y="53766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94360" y="53492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'단위' kcal/mol 레이블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94360" y="55961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Rosetta REU 가능성, 보고서에 단위 혼동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594360" y="5998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yaml "kcal/mol"→"REU" 정정 + 환산 계수 문서화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251960" y="530352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251960" y="5303520"/>
            <a:ext cx="91440" cy="97840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5376672"/>
            <a:ext cx="685800" cy="20116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269480" y="53766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434840" y="53492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pyrosetta_flow/pdb_store.py:56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434840" y="55961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빈 함수 — 미구현 placeholder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434840" y="5998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PDB store 본격 구현 또는 제거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8092440" y="5303520"/>
            <a:ext cx="379476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92440" y="5303520"/>
            <a:ext cx="91440" cy="97840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109960" y="5376672"/>
            <a:ext cx="685800" cy="20116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1109960" y="53766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275320" y="53492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step07_analysis.py:325 buried_sasa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275320" y="55961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Å² per residue stub (실 SASA 계산 미사용)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8275320" y="5998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DSSP 또는 BioPython SASA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구현 미완 영역 (Top 10)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Endpoint·함수는 있지만 본격 사용/구현 안 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310896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상태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완성 시 필요 작업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 A pipeline 환경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path는 분기 구현됨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RFdiffusion + ProteinMPNN 환경 정비 · 1회 dogfood · 실패 시 명시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fwkt_contact Phase 2 (PDB 거리)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substring 매칭만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PDB 7T11 pocket residue 거리 ≤4.5Å 계산 · 도킹 pose 입력 매핑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chelator_site SS-bond 정밀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N-term/Lys 단순 boolean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Cys3-Cys14 disulfide 명시 검증 · DOTA 측쇄 chelation 거리 모델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metal_coordination SS-bond Cys 제외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H/C 기반 n_strong에 SS-bond Cys 포함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 SS-bond 상태 검출 후 n_strong에서 제외 · pharmacology.py 별건 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Selectivity 즉시 cancel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cancel만 (luck timeout 600s)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SelectivityRunner PID 노출 · os.killpg + cleanup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ESM-2 Embedder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stub (one-hot fallback)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ESM-2 모델 로드 · GPU 메모리 관리 · Bayesian optimizer 활용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BLOSUM 모듈화 Phase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step03b 단일 함수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pattern으로 추출 · 다른 mutation algorithm 추가 가능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8A0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Validation 실 통계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rank_stability 등 placeholder passed=True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multi-run 데이터 축적 후 Spearman ρ · KS test 구현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Wetlab BE candidate_id 제한 풀기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cand 만 wetlab order 가능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Selectivity 결과 → wetlab order 자동 통합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VR-G2-01/02 검증 트랙 등록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 sprint로 식별만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off-target 실측 1회 dogfood · yaml 단위 검증 문서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= High Priority · P2 = Medium · P3 = Low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개선 방향 (Top 8)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5 · 중기 2 · 장기 1 (영향도 × 구현비용 기준)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9144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정직성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yaml "kcal/mol" 표기 vs 실 REU 가능성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700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 yaml 레이블 "REU" 정정 + 환산 계수 문서화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99339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보고서 신뢰성 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097280"/>
            <a:ext cx="9144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뱃지 강화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4264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9 함수 휴리스틱 — UI에 일관 노출 안 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09360" y="1700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 ValidationPanel + Cluster + ADMET 화면에 HEURISTIC 배지 일괄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199339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사용자 오해 차단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31720"/>
            <a:ext cx="9144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STATUS_FILE 컨벤션 lock-in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66090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P01로 통일됐으나 외부 자동 linter 의존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2935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 PIPELINE_STATUS_FILE env 명시 + start_monitoring.sh + docs lock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2278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재분기 방지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233172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331720"/>
            <a:ext cx="9144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커버리지 확장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266090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pharmacophore/cluster/experiment만 커버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2935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 step03b/05/06/08 + integration smoke 추가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32278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회귀 발견율 ↑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566160"/>
            <a:ext cx="9144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716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세션 충돌 방지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38953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별도 세션 + 본 세션 동시 push merge 충돌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41696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 git pre-commit hook + PR 머지 lock + 세션 owner 명시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46227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재작업 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72200" y="356616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3566160"/>
            <a:ext cx="91440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780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Calibration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9360" y="38953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fwkt/chelator/instability 모두 in-silico 휴리스틱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09360" y="41696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 SST-14 wild-type + 알려진 analog (DOTATATE, DOTANOC) 실 Ki ↔ 계산값 캘리브레이션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09360" y="446227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PRRT 임상 직접 환산 가능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480060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716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통합 환경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2920" y="51297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RFdiffusion/ProteinMPNN/ESMFold/Boltz 분리 컨테이너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2920" y="54041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 단일 conda env or Docker compose + GPU 스케줄링 + cache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" y="56967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재현성 + 운영 단순화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72200" y="480060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4800600"/>
            <a:ext cx="9144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780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AG_src → pipeline_local 수렴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309360" y="51297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두 orchestrator 공존 (1400 LOC 레거시 + 신)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09360" y="54041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 AG_src → adapter 축소 + pipeline_local 단일 진입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09360" y="569671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 유지비 -50% · 일관성 ↑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데이터 흐름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 버튼 → 결과 표시까지 10 단계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161288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161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1430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/api/experiment/run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38160" y="1161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useStartRun + RunLauncherPage.tsx:109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835640" y="1161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2940" y="1508760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1591056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91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1655064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1655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16367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Popen subprocess + STATUS_FILE init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38160" y="16550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experiment.py:161 + state.STATUS_FILE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835640" y="1655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 (P02)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" y="2002536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840" y="2148840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21305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run_pyrosetta_flow.py spawn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3816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subprocess.Popen + log redirect (P08)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8356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2940" y="2496312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" y="257860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" y="2642616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2642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48840" y="262432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B: step01~05 skipped emit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2642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runner.py:534 emitter.update_step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835640" y="2642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2940" y="2990088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57200" y="3072384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05840" y="3136392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3136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48840" y="31181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FlexPepDock (step06_baseline)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138160" y="3136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flexpep_dock.py · PyRosetta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835640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~60s × 3 trial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2940" y="3483864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05840" y="3630168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3630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148840" y="36118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루프: BLOSUM → ESMFold → Boltz → PyRosetta refine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138160" y="3630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step03b · step04 · step05 · step06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835640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~25min/iter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2940" y="3977640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57200" y="4059936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05840" y="4123944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" y="41239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148840" y="410565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QCRanker → Critic → Reporter (LLM + 규칙 폴백)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138160" y="4123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agents/{qc_ranker,critic,reporter}.py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835640" y="4123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~30s/iter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62940" y="4471416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7200" y="455371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553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005840" y="4617720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5840" y="4617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148840" y="45994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_enrich_candidates on-the-fly 6 필드 머지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813816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routers/status.py:58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83564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62940" y="4965192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57200" y="504748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5047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005840" y="5111496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05840" y="51114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148840" y="509320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/api/status read_status + is_active_run/server_time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8138160" y="5111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routers/status.py:get_status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0835640" y="5111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 (cache hit)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62940" y="5458968"/>
            <a:ext cx="0" cy="82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57200" y="5541264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5541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005840" y="5605272"/>
            <a:ext cx="100584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5840" y="5605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148840" y="5586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isLive 4 상태 → 5 배지 + ClusterPanel 분류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8138160" y="5605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 + pipelineStateFlags.ts + ClusterPanel.tsx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0835640" y="5605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polling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호출 시퀀스 (per iteration)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Builder → QCRanker → Critic → Reporter · LLM 분기 + 규칙 폴백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21945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80160"/>
            <a:ext cx="21945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생성 / 가설 수립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previous_results · gate_thresholds · critic_feedback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ExperimentPlan (parameters · gates · hypothesis)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201168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60% / Rule 40%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3200400"/>
            <a:ext cx="1188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24912" y="1280160"/>
            <a:ext cx="21945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4912" y="1280160"/>
            <a:ext cx="21945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319272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19272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Step01~08 실행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62072" y="2057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62072" y="2286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62072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62072" y="34290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· StepResult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16352" y="4663440"/>
            <a:ext cx="201168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only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19472" y="3200400"/>
            <a:ext cx="1188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38344" y="1280160"/>
            <a:ext cx="21945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38344" y="1280160"/>
            <a:ext cx="21945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9784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32704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QCRanker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32704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 평가 / 랭킹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75504" y="2057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2286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list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75504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5504" y="34290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RankTable · QCReport (failure_breakdown)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9784" y="4663440"/>
            <a:ext cx="201168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9784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only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32904" y="3200400"/>
            <a:ext cx="1188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51776" y="1280160"/>
            <a:ext cx="21945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51776" y="1280160"/>
            <a:ext cx="21945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3216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7946136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946136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분석 → 변경 제안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488936" y="2057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88936" y="2286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RankTable + QCReport (정규화 적용 P14)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88936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88936" y="34290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CriticAnalysis · ParameterChange ≤2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443216" y="4663440"/>
            <a:ext cx="201168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43216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60% / Rule 40%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546336" y="3200400"/>
            <a:ext cx="1188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665208" y="1280160"/>
            <a:ext cx="219456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65208" y="1280160"/>
            <a:ext cx="21945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56648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10259568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259568" y="1645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생성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802368" y="2057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802368" y="2286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iter_results · plans · critics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802368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802368" y="34290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iter_report.md · final_report.md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756648" y="4663440"/>
            <a:ext cx="201168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56648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60% / Rule 40%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폴백 메커니즘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Ollama(qwen3:8b)가 실패 시 (timeout / API error) → rule-based 폴백 자동 진입. Critic은 P14 매핑 정규화 적용으로 정규 카테고리 매칭. Planner 폴백은 ExperimentPlan 기본 파라미터로 fallback. Reporter는 markdown 템플릿 사용.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상호작용 (15 핵심 노드)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9 · Frontend 4 · LLM/Infra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43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PyRosetta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170432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704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4447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step06_rosetta · flexpep_dock.py · selectivity (off-target)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8196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bio-tools conda env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1097280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09728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143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Boltz-2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78040" y="1170432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1704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34840" y="14447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step05_docking · step05c_boltz_cross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34840" y="18196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Apptainer 또는 conda boltz · AF MSA cache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92440" y="1097280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09728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143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ESMFold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018520" y="1170432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18520" y="11704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75320" y="14447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step04 (pLDDT QC)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18196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esm 모듈 + GPU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2130552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130552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176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ProteinMPNN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37560" y="2203704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2037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24780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step03 (Silo A sequence design)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28529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환경 미정비 [G-8]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51960" y="2130552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2130552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2176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RFdiffusion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78040" y="2203704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22037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34840" y="24780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step02 (Silo A backbone)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34840" y="28529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환경 미정비 [G-8]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92440" y="2130552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2440" y="2130552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2176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FoldMason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1018520" y="2203704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018520" y="22037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75320" y="24780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step07_analysis (lDDT)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75320" y="28529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binary 외부 호출 · 실패 시 placeholder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1480" y="3163824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3163824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32095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337560" y="3236976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7560" y="32369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" y="35112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step07 (Interface) · pharmacology (instability/GRAVY)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4360" y="38862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requirements 명시 (Tier 0 P08)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251960" y="3163824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51960" y="3163824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4840" y="32095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peptides.py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178040" y="3236976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040" y="32369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434840" y="35112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pharmacology_guards 일부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434840" y="38862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v0.5.0 API 사용 (gravy 메서드 없음 - Biopython 사용)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092440" y="3163824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92440" y="3163824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75320" y="32095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1018520" y="3236976"/>
            <a:ext cx="77724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18520" y="32369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275320" y="35112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pareto_ranking · 분포 통계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275320" y="38862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선택적, Bayesian optimizer 일부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11480" y="4197096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1480" y="4197096"/>
            <a:ext cx="73152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" y="424281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337560" y="4270248"/>
            <a:ext cx="77724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37560" y="4270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94360" y="4544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backend/main.py + routers/*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94360" y="49194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uvicorn + python-multipart (P08)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251960" y="4197096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51960" y="4197096"/>
            <a:ext cx="73152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34840" y="424281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7178040" y="4270248"/>
            <a:ext cx="777240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78040" y="4270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434840" y="4544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schemas · ExperimentRunRequest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434840" y="49194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FastAPI 통합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092440" y="4197096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92440" y="4197096"/>
            <a:ext cx="73152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75320" y="424281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11018520" y="4270248"/>
            <a:ext cx="777240" cy="2011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018520" y="4270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275320" y="4544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frontend/src/* · pages 8개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275320" y="49194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TanStack Query · Recharts · Lucide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11480" y="5230368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1480" y="5230368"/>
            <a:ext cx="73152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4360" y="5276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337560" y="5303520"/>
            <a:ext cx="777240" cy="2011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37560" y="53035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94360" y="5577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useStartRun · useSettings · useSelectivity · useCandidates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594360" y="59527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polling 2s · cache 30s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251960" y="5230368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251960" y="5230368"/>
            <a:ext cx="73152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34840" y="5276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7178040" y="5303520"/>
            <a:ext cx="777240" cy="2011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78040" y="53035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434840" y="5577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 server + production build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434840" y="59527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HMR + tsc 빌드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8092440" y="5230368"/>
            <a:ext cx="37947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092440" y="5230368"/>
            <a:ext cx="73152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75320" y="5276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(qwen3:8b)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11018520" y="5303520"/>
            <a:ext cx="77724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1018520" y="53035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LLM/Infra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275320" y="5577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· Planner · Reporter LLM 분기 · OllamaProvider :11435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8275320" y="59527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OLLAMA_HOST env + GPU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툴 시퀀스 (5 시나리오)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· Silo B · Combined · Selectivity · Cluster Classification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70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(de novo)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11704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환경 미정비 (G-8)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step01 OpenFold3    →  step02 RFdiffusion    →  step03 ProteinMPNN    →  step04 ESMFold QC    →  step05 Boltz-2 dock    →  step06 PyRosetta refine    →  step07 FoldMason lDDT    →  step08 stability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39696"/>
            <a:ext cx="73152" cy="96012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12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B (mutation, 활성)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2128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Production 가동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5237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step01 OpenFold3 / data fallback    →  [skip step02·03]    →  step03b BLOSUM62 mutation    →  step04 ESMFold QC    →  step05 Boltz-2 dock    →  step06_baseline FlexPepDock    →  step06 PyRosetta refine    →  step07 + step08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82112"/>
            <a:ext cx="73152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55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(dual)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2552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regex로 차단됨 (Tier 0 P10)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--dual flag    →  Silo A 병렬    →  Silo B 병렬    →  결과 머지 (diverse_top)    →  step06 통합 refine    →  step07 + step08    →  리포트 통합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24528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97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(PyRosetta off-target)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42976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0 P11 cancel · P14 hotfix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60857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/api/selectivity/run    →  후보별 PyRosetta dock vs SSTR1/3/4/5    →  margin = worst_ot - sstr2 (+ = 선택적)    →  gate: margin≥10 &amp; worst_ot≥-15    →  _enrich offtarget_max_receptor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266944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266944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340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Classification (A~E)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53400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1 P05 6필드 머지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6509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/api/cluster/classify (candidates 6필드)    →  cluster_report.batch_classify    →  criteria A (fwkt_contact 등) · B (selectivity) · C (stability) · D (chelator)    →  Tier A~E 할당 + 통계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구조도 (정밀)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 노드 · 데이터 경로 · 외부 의존성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14300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37160" cy="1691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114300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880360"/>
            <a:ext cx="13716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114300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663440"/>
            <a:ext cx="13716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LLM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1417320"/>
            <a:ext cx="1463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508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1874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isLive 4 상태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배지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68880" y="141732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usePipelineStatus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2s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0" y="141732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Console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useCandidates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useAgentLog SSE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0" y="141732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Explorer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1874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useSelectivity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+ Molstar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863840" y="1417320"/>
            <a:ext cx="1645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ClusterPanel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1874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/cluster/classify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필드 payload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692640" y="14173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ValidationPanel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뱃지 · aria-label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rank/score/dominance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2960" y="315468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3611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STATUS_FILE · cache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_with_runtime_fields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0" y="315468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routers/status.py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51760" y="3611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_enrich_candidates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6필드 머지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97680" y="315468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routers/experiment.py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8912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Popen · STATUS init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settings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3154680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routers/selectivity.py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· cancel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_jobs lock + soft cancel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38160" y="315468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pharmacophore.py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fwkt_contact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chelator_site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692640" y="315468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840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status_emitter.py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78408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DEFAULT_STEPS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step06_baseline 분리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2960" y="4937760"/>
            <a:ext cx="1463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14400" y="5394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· step01~08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fallback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468880" y="493776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step03b BLOSUM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0320" y="5394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변이 후보 생성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(Silo B)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023360" y="493776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step04 ESMFold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114800" y="5394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· pTM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(GPU)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0" y="493776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step05 Boltz-2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577840" y="5394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iPTM · pose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 MSA cache)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040880" y="493776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0" y="5029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step06 PyRosetta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132320" y="5394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FlexPepDock · ddG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bio-tools env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778240" y="4937760"/>
            <a:ext cx="1280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6968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step07/08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869680" y="5394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FoldMason · half-life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241280" y="4937760"/>
            <a:ext cx="1463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33272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qwen3:8b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332720" y="5394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:11435 · GPU 2,3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분기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46120" y="2606040"/>
            <a:ext cx="0" cy="54864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333756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2s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166360" y="4343400"/>
            <a:ext cx="-3657600" cy="5943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2743200" y="4370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286000" y="5532120"/>
            <a:ext cx="795528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로드맵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(오늘~1주) · 중기 (1개월) · 장기 (분기)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703320" cy="5212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37033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 ·  오늘 ~ 1주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337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G-2 yaml 단위 정정 (kcal/mol → REU) · 1줄 + 문서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dogfood (G-5/G-8) · env 정비 + 1회 실 호출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fwkt_contact Phase 2 (PDB 거리 ≤4.5Å)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metal_coordination SS-bond Cys 제외 (별건 PR)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뱃지 UI 일괄 노출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703320" cy="5212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097280"/>
            <a:ext cx="370332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  ·  1개월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3337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calibration: SST-14 + DOTATATE/DOTANOC 실 Ki 매칭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통합 환경 (Docker compose + GPU 스케줄러)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BLOSUM 모듈화 (strategy pattern + 추가 algorithm)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Validation 실 통계 (Spearman ρ, KS test)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즉시 cancel (PID kill) · BE 리팩토링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097280"/>
            <a:ext cx="3703320" cy="521208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097280"/>
            <a:ext cx="37033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 ·  분기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965960"/>
            <a:ext cx="3337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AG_src → pipeline_local 수렴 (1400 LOC 레거시 → adapter)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세션 컨벤션 lock-in · git hook · CI lock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+ NSGA-II 통합 (ESM-2 embedder 실 모델)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wet-lab 후보 자동 추천 → in-vitro Ki 검증 사이클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다음 결정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566160" cy="3931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35661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실행 (오늘)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G-2 yaml 단위 정정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A dogfood 환경 점검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 #4/#8 시각 검증 (사용자)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66160" cy="3931920"/>
          </a:xfrm>
          <a:prstGeom prst="rect">
            <a:avLst/>
          </a:prstGeom>
          <a:solidFill>
            <a:srgbClr val="065A8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828800"/>
            <a:ext cx="356616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게이트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G-5/G-8 Silo A 활성 vs Coming Soon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fwkt_contact Phase 2 sprint 시작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calibration 우선순위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AG_src 수렴 일정 확정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3931920"/>
          </a:xfrm>
          <a:prstGeom prst="rect">
            <a:avLst/>
          </a:prstGeom>
          <a:solidFill>
            <a:srgbClr val="065A8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828800"/>
            <a:ext cx="35661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트랙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6974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VR-G2-01 off-target 실측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VR-G2-02 yaml 단위 검증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VR-cycle 5 항목 closure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sprint EOD 보고서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orchestrator-session  ·  2026-05-19  ·  DAG v2.1 Tier 0+1 적용 상태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문서  _workspace/release/eod-2026-05-14-dag-v21-execution.md  ·  liverun-integration-analysis-v2-2026-05-13.md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SSTR2 Pipeline 실행 시스템 분석</dc:title>
  <dc:subject>PptxGenJS Presentation</dc:subject>
  <dc:creator>orchestrator-session</dc:creator>
  <cp:lastModifiedBy>orchestrator-session</cp:lastModifiedBy>
  <cp:revision>1</cp:revision>
  <dcterms:created xsi:type="dcterms:W3CDTF">2026-05-19T05:28:16Z</dcterms:created>
  <dcterms:modified xsi:type="dcterms:W3CDTF">2026-05-19T05:28:16Z</dcterms:modified>
</cp:coreProperties>
</file>